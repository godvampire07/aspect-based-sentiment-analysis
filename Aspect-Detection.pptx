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88" r:id="rId7"/>
    <p:sldId id="262" r:id="rId8"/>
    <p:sldId id="286" r:id="rId9"/>
    <p:sldId id="260" r:id="rId10"/>
    <p:sldId id="258" r:id="rId11"/>
    <p:sldId id="261" r:id="rId12"/>
    <p:sldId id="283" r:id="rId13"/>
    <p:sldId id="264" r:id="rId14"/>
    <p:sldId id="266" r:id="rId15"/>
    <p:sldId id="284" r:id="rId16"/>
    <p:sldId id="28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DEAC5-549B-A2A6-8CF2-578447EA8F47}" v="1" dt="2025-04-30T03:35:04.610"/>
    <p1510:client id="{72EC5373-1A1D-47B2-9DAB-FF268FA39B56}" v="12" dt="2025-04-30T04:23:06.539"/>
    <p1510:client id="{C1AD8749-A6FC-6209-A262-BE04FE348945}" v="8" dt="2025-04-29T20:04:43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BA3839-6E0F-4D01-9D9D-DDB38FBE158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020262-4B7F-48A2-968A-0209B9B115E5}">
      <dgm:prSet phldrT="[Text]"/>
      <dgm:spPr/>
      <dgm:t>
        <a:bodyPr/>
        <a:lstStyle/>
        <a:p>
          <a:r>
            <a:rPr lang="en-US" dirty="0"/>
            <a:t>Start</a:t>
          </a:r>
          <a:endParaRPr lang="en-IN" dirty="0"/>
        </a:p>
      </dgm:t>
    </dgm:pt>
    <dgm:pt modelId="{692518F8-C25B-4DF8-8282-322BAA5C29D5}" type="parTrans" cxnId="{F85B8CDA-9A7A-4D37-9D01-144E151CBCDE}">
      <dgm:prSet/>
      <dgm:spPr/>
      <dgm:t>
        <a:bodyPr/>
        <a:lstStyle/>
        <a:p>
          <a:endParaRPr lang="en-IN"/>
        </a:p>
      </dgm:t>
    </dgm:pt>
    <dgm:pt modelId="{FA3819F2-8472-4C11-850B-665B432FF46E}" type="sibTrans" cxnId="{F85B8CDA-9A7A-4D37-9D01-144E151CBCDE}">
      <dgm:prSet/>
      <dgm:spPr/>
      <dgm:t>
        <a:bodyPr/>
        <a:lstStyle/>
        <a:p>
          <a:endParaRPr lang="en-IN"/>
        </a:p>
      </dgm:t>
    </dgm:pt>
    <dgm:pt modelId="{836A8C36-43E6-4387-9707-25A67D105119}">
      <dgm:prSet phldrT="[Text]"/>
      <dgm:spPr/>
      <dgm:t>
        <a:bodyPr/>
        <a:lstStyle/>
        <a:p>
          <a:r>
            <a:rPr lang="en-US" dirty="0"/>
            <a:t>Preprocessing</a:t>
          </a:r>
          <a:br>
            <a:rPr lang="en-US" dirty="0"/>
          </a:br>
          <a:r>
            <a:rPr lang="en-US" dirty="0"/>
            <a:t>(Audio input) / (Text input) </a:t>
          </a:r>
          <a:endParaRPr lang="en-IN" dirty="0"/>
        </a:p>
      </dgm:t>
    </dgm:pt>
    <dgm:pt modelId="{DDDB1F53-1517-46C7-B228-6754100590E2}" type="parTrans" cxnId="{3F0CF4D4-B96E-4A86-8D11-655D4928B8D9}">
      <dgm:prSet/>
      <dgm:spPr/>
      <dgm:t>
        <a:bodyPr/>
        <a:lstStyle/>
        <a:p>
          <a:endParaRPr lang="en-IN"/>
        </a:p>
      </dgm:t>
    </dgm:pt>
    <dgm:pt modelId="{9E7177D0-A6C3-439C-8C6B-1FDE63DDFCD8}" type="sibTrans" cxnId="{3F0CF4D4-B96E-4A86-8D11-655D4928B8D9}">
      <dgm:prSet/>
      <dgm:spPr/>
      <dgm:t>
        <a:bodyPr/>
        <a:lstStyle/>
        <a:p>
          <a:endParaRPr lang="en-IN"/>
        </a:p>
      </dgm:t>
    </dgm:pt>
    <dgm:pt modelId="{2F5619C2-FC6D-4134-B27B-57D9CD70A8C3}">
      <dgm:prSet phldrT="[Text]"/>
      <dgm:spPr/>
      <dgm:t>
        <a:bodyPr/>
        <a:lstStyle/>
        <a:p>
          <a:r>
            <a:rPr lang="en-US" dirty="0"/>
            <a:t>Language Detection</a:t>
          </a:r>
        </a:p>
        <a:p>
          <a:r>
            <a:rPr lang="en-IN" dirty="0"/>
            <a:t>(FastText Classification)</a:t>
          </a:r>
        </a:p>
      </dgm:t>
    </dgm:pt>
    <dgm:pt modelId="{5EC21015-E3C4-461E-937C-F6358D52C44F}" type="parTrans" cxnId="{FEAACB9F-A6A6-4BBF-910E-61BAE03F981D}">
      <dgm:prSet/>
      <dgm:spPr/>
      <dgm:t>
        <a:bodyPr/>
        <a:lstStyle/>
        <a:p>
          <a:endParaRPr lang="en-IN"/>
        </a:p>
      </dgm:t>
    </dgm:pt>
    <dgm:pt modelId="{063C1F82-B47A-4097-8433-071624DDA54A}" type="sibTrans" cxnId="{FEAACB9F-A6A6-4BBF-910E-61BAE03F981D}">
      <dgm:prSet/>
      <dgm:spPr/>
      <dgm:t>
        <a:bodyPr/>
        <a:lstStyle/>
        <a:p>
          <a:endParaRPr lang="en-IN"/>
        </a:p>
      </dgm:t>
    </dgm:pt>
    <dgm:pt modelId="{EBC9B7F1-A892-4F5D-8BA5-391ECD7F2727}">
      <dgm:prSet phldrT="[Text]"/>
      <dgm:spPr/>
      <dgm:t>
        <a:bodyPr/>
        <a:lstStyle/>
        <a:p>
          <a:r>
            <a:rPr lang="en-US" dirty="0"/>
            <a:t>Load the Model</a:t>
          </a:r>
          <a:endParaRPr lang="en-IN" dirty="0"/>
        </a:p>
      </dgm:t>
    </dgm:pt>
    <dgm:pt modelId="{32544F44-300D-4258-808E-161CD359156E}" type="parTrans" cxnId="{F1D1F123-677A-405D-952B-4048563000C6}">
      <dgm:prSet/>
      <dgm:spPr/>
      <dgm:t>
        <a:bodyPr/>
        <a:lstStyle/>
        <a:p>
          <a:endParaRPr lang="en-IN"/>
        </a:p>
      </dgm:t>
    </dgm:pt>
    <dgm:pt modelId="{E4C6985A-5184-43D7-97D3-9D83B32911F0}" type="sibTrans" cxnId="{F1D1F123-677A-405D-952B-4048563000C6}">
      <dgm:prSet/>
      <dgm:spPr/>
      <dgm:t>
        <a:bodyPr/>
        <a:lstStyle/>
        <a:p>
          <a:endParaRPr lang="en-IN"/>
        </a:p>
      </dgm:t>
    </dgm:pt>
    <dgm:pt modelId="{A14E35BD-6F0B-4765-ADF8-8091C33BD5C6}">
      <dgm:prSet phldrT="[Text]"/>
      <dgm:spPr/>
      <dgm:t>
        <a:bodyPr/>
        <a:lstStyle/>
        <a:p>
          <a:r>
            <a:rPr lang="en-US" dirty="0"/>
            <a:t>Aspect – Detection</a:t>
          </a:r>
          <a:endParaRPr lang="en-IN" dirty="0"/>
        </a:p>
      </dgm:t>
    </dgm:pt>
    <dgm:pt modelId="{CE9E81C0-4EAD-4857-8736-FA7C0BC394CB}" type="parTrans" cxnId="{8A32896F-B766-4357-BA1C-1729EACF41F0}">
      <dgm:prSet/>
      <dgm:spPr/>
      <dgm:t>
        <a:bodyPr/>
        <a:lstStyle/>
        <a:p>
          <a:endParaRPr lang="en-IN"/>
        </a:p>
      </dgm:t>
    </dgm:pt>
    <dgm:pt modelId="{06A94546-5228-4370-A0E1-C5B57A22CA57}" type="sibTrans" cxnId="{8A32896F-B766-4357-BA1C-1729EACF41F0}">
      <dgm:prSet/>
      <dgm:spPr/>
      <dgm:t>
        <a:bodyPr/>
        <a:lstStyle/>
        <a:p>
          <a:endParaRPr lang="en-IN"/>
        </a:p>
      </dgm:t>
    </dgm:pt>
    <dgm:pt modelId="{5017E7CD-4993-4B9D-B515-6E697EA28A9D}">
      <dgm:prSet phldrT="[Text]"/>
      <dgm:spPr/>
      <dgm:t>
        <a:bodyPr/>
        <a:lstStyle/>
        <a:p>
          <a:r>
            <a:rPr lang="en-US" dirty="0"/>
            <a:t>Save the output</a:t>
          </a:r>
          <a:endParaRPr lang="en-IN" dirty="0"/>
        </a:p>
      </dgm:t>
    </dgm:pt>
    <dgm:pt modelId="{A7CD1AFB-7228-4CDA-B904-9417E35ED7E5}" type="parTrans" cxnId="{7129D513-B3D6-4F36-8C91-C8B88C90EFED}">
      <dgm:prSet/>
      <dgm:spPr/>
      <dgm:t>
        <a:bodyPr/>
        <a:lstStyle/>
        <a:p>
          <a:endParaRPr lang="en-IN"/>
        </a:p>
      </dgm:t>
    </dgm:pt>
    <dgm:pt modelId="{E35A29A0-CCBA-424A-B9C1-A50955B7E834}" type="sibTrans" cxnId="{7129D513-B3D6-4F36-8C91-C8B88C90EFED}">
      <dgm:prSet/>
      <dgm:spPr/>
      <dgm:t>
        <a:bodyPr/>
        <a:lstStyle/>
        <a:p>
          <a:endParaRPr lang="en-IN"/>
        </a:p>
      </dgm:t>
    </dgm:pt>
    <dgm:pt modelId="{B93E31AA-F154-4B5C-9898-199BF507F037}">
      <dgm:prSet phldrT="[Text]"/>
      <dgm:spPr/>
      <dgm:t>
        <a:bodyPr/>
        <a:lstStyle/>
        <a:p>
          <a:r>
            <a:rPr lang="en-US" dirty="0"/>
            <a:t>Error Handling</a:t>
          </a:r>
          <a:endParaRPr lang="en-IN" dirty="0"/>
        </a:p>
      </dgm:t>
    </dgm:pt>
    <dgm:pt modelId="{3911EA17-E547-4262-8B6C-277CE406448A}" type="parTrans" cxnId="{604C83A7-B274-4A9F-9EF7-63D2A8EABA49}">
      <dgm:prSet/>
      <dgm:spPr/>
      <dgm:t>
        <a:bodyPr/>
        <a:lstStyle/>
        <a:p>
          <a:endParaRPr lang="en-IN"/>
        </a:p>
      </dgm:t>
    </dgm:pt>
    <dgm:pt modelId="{A4D45E77-5499-4448-BD40-3C500BF8E0AB}" type="sibTrans" cxnId="{604C83A7-B274-4A9F-9EF7-63D2A8EABA49}">
      <dgm:prSet/>
      <dgm:spPr/>
      <dgm:t>
        <a:bodyPr/>
        <a:lstStyle/>
        <a:p>
          <a:endParaRPr lang="en-IN"/>
        </a:p>
      </dgm:t>
    </dgm:pt>
    <dgm:pt modelId="{3A7E80DF-4E6B-43DB-AE69-4AE0B71223FF}">
      <dgm:prSet phldrT="[Text]"/>
      <dgm:spPr/>
      <dgm:t>
        <a:bodyPr/>
        <a:lstStyle/>
        <a:p>
          <a:r>
            <a:rPr lang="en-US" dirty="0"/>
            <a:t>End</a:t>
          </a:r>
          <a:endParaRPr lang="en-IN" dirty="0"/>
        </a:p>
      </dgm:t>
    </dgm:pt>
    <dgm:pt modelId="{9A093C00-345C-4EA5-BC45-6B73BD0B0551}" type="parTrans" cxnId="{009DBEFE-216F-4B6C-B840-71EF23E63F30}">
      <dgm:prSet/>
      <dgm:spPr/>
      <dgm:t>
        <a:bodyPr/>
        <a:lstStyle/>
        <a:p>
          <a:endParaRPr lang="en-IN"/>
        </a:p>
      </dgm:t>
    </dgm:pt>
    <dgm:pt modelId="{10088D52-2898-4A78-B2A1-13EE6F99DCF2}" type="sibTrans" cxnId="{009DBEFE-216F-4B6C-B840-71EF23E63F30}">
      <dgm:prSet/>
      <dgm:spPr/>
      <dgm:t>
        <a:bodyPr/>
        <a:lstStyle/>
        <a:p>
          <a:endParaRPr lang="en-IN"/>
        </a:p>
      </dgm:t>
    </dgm:pt>
    <dgm:pt modelId="{646B0FE6-F512-48EE-AAE4-D0197B54D9AD}">
      <dgm:prSet phldrT="[Text]"/>
      <dgm:spPr/>
      <dgm:t>
        <a:bodyPr/>
        <a:lstStyle/>
        <a:p>
          <a:endParaRPr lang="en-IN" dirty="0"/>
        </a:p>
      </dgm:t>
    </dgm:pt>
    <dgm:pt modelId="{6931A61A-120C-4AA7-BB68-4C91CE51E536}" type="parTrans" cxnId="{778B3589-A4B7-4F70-9422-E79C332DF6F8}">
      <dgm:prSet/>
      <dgm:spPr/>
      <dgm:t>
        <a:bodyPr/>
        <a:lstStyle/>
        <a:p>
          <a:endParaRPr lang="en-IN"/>
        </a:p>
      </dgm:t>
    </dgm:pt>
    <dgm:pt modelId="{D19567E3-7AA8-46BD-B507-E492E0B50E03}" type="sibTrans" cxnId="{778B3589-A4B7-4F70-9422-E79C332DF6F8}">
      <dgm:prSet/>
      <dgm:spPr/>
      <dgm:t>
        <a:bodyPr/>
        <a:lstStyle/>
        <a:p>
          <a:endParaRPr lang="en-IN"/>
        </a:p>
      </dgm:t>
    </dgm:pt>
    <dgm:pt modelId="{ADF54A23-E6C7-4BF9-8E3A-4D297C782DF8}" type="pres">
      <dgm:prSet presAssocID="{3ABA3839-6E0F-4D01-9D9D-DDB38FBE158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8A0A94B-573A-4D56-ABAF-E04E47CD198A}" type="pres">
      <dgm:prSet presAssocID="{B4020262-4B7F-48A2-968A-0209B9B115E5}" presName="hierRoot1" presStyleCnt="0">
        <dgm:presLayoutVars>
          <dgm:hierBranch val="init"/>
        </dgm:presLayoutVars>
      </dgm:prSet>
      <dgm:spPr/>
    </dgm:pt>
    <dgm:pt modelId="{491D8EE9-E121-4E1C-A646-3D01E1057281}" type="pres">
      <dgm:prSet presAssocID="{B4020262-4B7F-48A2-968A-0209B9B115E5}" presName="rootComposite1" presStyleCnt="0"/>
      <dgm:spPr/>
    </dgm:pt>
    <dgm:pt modelId="{862B2F0F-8504-4049-B6CC-3F756E1F1359}" type="pres">
      <dgm:prSet presAssocID="{B4020262-4B7F-48A2-968A-0209B9B115E5}" presName="rootText1" presStyleLbl="node0" presStyleIdx="0" presStyleCnt="1">
        <dgm:presLayoutVars>
          <dgm:chPref val="3"/>
        </dgm:presLayoutVars>
      </dgm:prSet>
      <dgm:spPr/>
    </dgm:pt>
    <dgm:pt modelId="{EB4809BA-CEC7-4198-A029-738BAD12ED56}" type="pres">
      <dgm:prSet presAssocID="{B4020262-4B7F-48A2-968A-0209B9B115E5}" presName="rootConnector1" presStyleLbl="node1" presStyleIdx="0" presStyleCnt="0"/>
      <dgm:spPr/>
    </dgm:pt>
    <dgm:pt modelId="{EC1BCFC3-2A4B-4716-87C6-771F6A91F821}" type="pres">
      <dgm:prSet presAssocID="{B4020262-4B7F-48A2-968A-0209B9B115E5}" presName="hierChild2" presStyleCnt="0"/>
      <dgm:spPr/>
    </dgm:pt>
    <dgm:pt modelId="{59CE91E4-B0A1-463C-9EDB-4747D1CD8B40}" type="pres">
      <dgm:prSet presAssocID="{DDDB1F53-1517-46C7-B228-6754100590E2}" presName="Name37" presStyleLbl="parChTrans1D2" presStyleIdx="0" presStyleCnt="1"/>
      <dgm:spPr/>
    </dgm:pt>
    <dgm:pt modelId="{1DD29F54-52EE-42D3-A393-708337750F49}" type="pres">
      <dgm:prSet presAssocID="{836A8C36-43E6-4387-9707-25A67D105119}" presName="hierRoot2" presStyleCnt="0">
        <dgm:presLayoutVars>
          <dgm:hierBranch val="init"/>
        </dgm:presLayoutVars>
      </dgm:prSet>
      <dgm:spPr/>
    </dgm:pt>
    <dgm:pt modelId="{50850E5D-39C1-4FFE-A4CA-E579DB9292EA}" type="pres">
      <dgm:prSet presAssocID="{836A8C36-43E6-4387-9707-25A67D105119}" presName="rootComposite" presStyleCnt="0"/>
      <dgm:spPr/>
    </dgm:pt>
    <dgm:pt modelId="{88C94903-9F11-468A-94E3-30533519DCBC}" type="pres">
      <dgm:prSet presAssocID="{836A8C36-43E6-4387-9707-25A67D105119}" presName="rootText" presStyleLbl="node2" presStyleIdx="0" presStyleCnt="1" custScaleX="373003">
        <dgm:presLayoutVars>
          <dgm:chPref val="3"/>
        </dgm:presLayoutVars>
      </dgm:prSet>
      <dgm:spPr/>
    </dgm:pt>
    <dgm:pt modelId="{5330CACF-105C-4C82-AD7F-91E3B882D4AB}" type="pres">
      <dgm:prSet presAssocID="{836A8C36-43E6-4387-9707-25A67D105119}" presName="rootConnector" presStyleLbl="node2" presStyleIdx="0" presStyleCnt="1"/>
      <dgm:spPr/>
    </dgm:pt>
    <dgm:pt modelId="{41AAFB64-17A4-45D6-ACB9-5F13EB8CBA0C}" type="pres">
      <dgm:prSet presAssocID="{836A8C36-43E6-4387-9707-25A67D105119}" presName="hierChild4" presStyleCnt="0"/>
      <dgm:spPr/>
    </dgm:pt>
    <dgm:pt modelId="{C98F8474-7577-41E3-A9DC-2D4E64CAE0BC}" type="pres">
      <dgm:prSet presAssocID="{5EC21015-E3C4-461E-937C-F6358D52C44F}" presName="Name37" presStyleLbl="parChTrans1D3" presStyleIdx="0" presStyleCnt="1"/>
      <dgm:spPr/>
    </dgm:pt>
    <dgm:pt modelId="{B2E53A43-6A87-459D-A8E7-7036027FA7D4}" type="pres">
      <dgm:prSet presAssocID="{2F5619C2-FC6D-4134-B27B-57D9CD70A8C3}" presName="hierRoot2" presStyleCnt="0">
        <dgm:presLayoutVars>
          <dgm:hierBranch val="init"/>
        </dgm:presLayoutVars>
      </dgm:prSet>
      <dgm:spPr/>
    </dgm:pt>
    <dgm:pt modelId="{6998D10B-90FA-485E-B062-659783479DEF}" type="pres">
      <dgm:prSet presAssocID="{2F5619C2-FC6D-4134-B27B-57D9CD70A8C3}" presName="rootComposite" presStyleCnt="0"/>
      <dgm:spPr/>
    </dgm:pt>
    <dgm:pt modelId="{13D913C1-E269-46E3-A716-F539382A5FAD}" type="pres">
      <dgm:prSet presAssocID="{2F5619C2-FC6D-4134-B27B-57D9CD70A8C3}" presName="rootText" presStyleLbl="node3" presStyleIdx="0" presStyleCnt="1" custScaleX="325697" custScaleY="180266">
        <dgm:presLayoutVars>
          <dgm:chPref val="3"/>
        </dgm:presLayoutVars>
      </dgm:prSet>
      <dgm:spPr/>
    </dgm:pt>
    <dgm:pt modelId="{341A3D8B-CC57-4557-9E8A-1861C30166EC}" type="pres">
      <dgm:prSet presAssocID="{2F5619C2-FC6D-4134-B27B-57D9CD70A8C3}" presName="rootConnector" presStyleLbl="node3" presStyleIdx="0" presStyleCnt="1"/>
      <dgm:spPr/>
    </dgm:pt>
    <dgm:pt modelId="{91B35AEE-10A9-42E8-89D7-4539FEECD50A}" type="pres">
      <dgm:prSet presAssocID="{2F5619C2-FC6D-4134-B27B-57D9CD70A8C3}" presName="hierChild4" presStyleCnt="0"/>
      <dgm:spPr/>
    </dgm:pt>
    <dgm:pt modelId="{06238FC2-6E55-48DE-B7E7-9B2B37CBE5F9}" type="pres">
      <dgm:prSet presAssocID="{32544F44-300D-4258-808E-161CD359156E}" presName="Name37" presStyleLbl="parChTrans1D4" presStyleIdx="0" presStyleCnt="6"/>
      <dgm:spPr/>
    </dgm:pt>
    <dgm:pt modelId="{50B02DC1-DB50-4B1F-9EA6-31C8C87FEE83}" type="pres">
      <dgm:prSet presAssocID="{EBC9B7F1-A892-4F5D-8BA5-391ECD7F2727}" presName="hierRoot2" presStyleCnt="0">
        <dgm:presLayoutVars>
          <dgm:hierBranch val="init"/>
        </dgm:presLayoutVars>
      </dgm:prSet>
      <dgm:spPr/>
    </dgm:pt>
    <dgm:pt modelId="{45128E32-60A4-45B4-B975-784234877084}" type="pres">
      <dgm:prSet presAssocID="{EBC9B7F1-A892-4F5D-8BA5-391ECD7F2727}" presName="rootComposite" presStyleCnt="0"/>
      <dgm:spPr/>
    </dgm:pt>
    <dgm:pt modelId="{BBD67DA3-31D1-4521-A220-917E71B62E42}" type="pres">
      <dgm:prSet presAssocID="{EBC9B7F1-A892-4F5D-8BA5-391ECD7F2727}" presName="rootText" presStyleLbl="node4" presStyleIdx="0" presStyleCnt="6" custScaleX="224516">
        <dgm:presLayoutVars>
          <dgm:chPref val="3"/>
        </dgm:presLayoutVars>
      </dgm:prSet>
      <dgm:spPr/>
    </dgm:pt>
    <dgm:pt modelId="{7E01393F-2CF9-4248-A57F-67A583C67D9E}" type="pres">
      <dgm:prSet presAssocID="{EBC9B7F1-A892-4F5D-8BA5-391ECD7F2727}" presName="rootConnector" presStyleLbl="node4" presStyleIdx="0" presStyleCnt="6"/>
      <dgm:spPr/>
    </dgm:pt>
    <dgm:pt modelId="{EDC31AA8-1B82-4781-8050-F53AEA464E0D}" type="pres">
      <dgm:prSet presAssocID="{EBC9B7F1-A892-4F5D-8BA5-391ECD7F2727}" presName="hierChild4" presStyleCnt="0"/>
      <dgm:spPr/>
    </dgm:pt>
    <dgm:pt modelId="{D59327D8-D458-4CFB-A51C-AB814209D8A4}" type="pres">
      <dgm:prSet presAssocID="{CE9E81C0-4EAD-4857-8736-FA7C0BC394CB}" presName="Name37" presStyleLbl="parChTrans1D4" presStyleIdx="1" presStyleCnt="6"/>
      <dgm:spPr/>
    </dgm:pt>
    <dgm:pt modelId="{1A6F523B-03AB-442A-B5D6-502980196691}" type="pres">
      <dgm:prSet presAssocID="{A14E35BD-6F0B-4765-ADF8-8091C33BD5C6}" presName="hierRoot2" presStyleCnt="0">
        <dgm:presLayoutVars>
          <dgm:hierBranch val="init"/>
        </dgm:presLayoutVars>
      </dgm:prSet>
      <dgm:spPr/>
    </dgm:pt>
    <dgm:pt modelId="{CC83AF9B-4CDC-4539-A198-AD16D031D7C0}" type="pres">
      <dgm:prSet presAssocID="{A14E35BD-6F0B-4765-ADF8-8091C33BD5C6}" presName="rootComposite" presStyleCnt="0"/>
      <dgm:spPr/>
    </dgm:pt>
    <dgm:pt modelId="{D3EC5756-88FA-4E24-A95F-504DCD319A77}" type="pres">
      <dgm:prSet presAssocID="{A14E35BD-6F0B-4765-ADF8-8091C33BD5C6}" presName="rootText" presStyleLbl="node4" presStyleIdx="1" presStyleCnt="6" custScaleX="284229">
        <dgm:presLayoutVars>
          <dgm:chPref val="3"/>
        </dgm:presLayoutVars>
      </dgm:prSet>
      <dgm:spPr/>
    </dgm:pt>
    <dgm:pt modelId="{6CEA498D-EB26-443A-9D41-0C3F99AC099E}" type="pres">
      <dgm:prSet presAssocID="{A14E35BD-6F0B-4765-ADF8-8091C33BD5C6}" presName="rootConnector" presStyleLbl="node4" presStyleIdx="1" presStyleCnt="6"/>
      <dgm:spPr/>
    </dgm:pt>
    <dgm:pt modelId="{C2A5ED46-E487-45CC-9D2D-CD1E0E0ED6A1}" type="pres">
      <dgm:prSet presAssocID="{A14E35BD-6F0B-4765-ADF8-8091C33BD5C6}" presName="hierChild4" presStyleCnt="0"/>
      <dgm:spPr/>
    </dgm:pt>
    <dgm:pt modelId="{C8597741-A874-456F-B8C1-1316E356B681}" type="pres">
      <dgm:prSet presAssocID="{A7CD1AFB-7228-4CDA-B904-9417E35ED7E5}" presName="Name37" presStyleLbl="parChTrans1D4" presStyleIdx="2" presStyleCnt="6"/>
      <dgm:spPr/>
    </dgm:pt>
    <dgm:pt modelId="{4E646BF3-7364-4ABE-897B-293F16926472}" type="pres">
      <dgm:prSet presAssocID="{5017E7CD-4993-4B9D-B515-6E697EA28A9D}" presName="hierRoot2" presStyleCnt="0">
        <dgm:presLayoutVars>
          <dgm:hierBranch val="init"/>
        </dgm:presLayoutVars>
      </dgm:prSet>
      <dgm:spPr/>
    </dgm:pt>
    <dgm:pt modelId="{78F3D2DA-9AAA-4159-82B5-64C2AB03A1B9}" type="pres">
      <dgm:prSet presAssocID="{5017E7CD-4993-4B9D-B515-6E697EA28A9D}" presName="rootComposite" presStyleCnt="0"/>
      <dgm:spPr/>
    </dgm:pt>
    <dgm:pt modelId="{01057F20-5148-458A-AF98-4A40FDE98E7A}" type="pres">
      <dgm:prSet presAssocID="{5017E7CD-4993-4B9D-B515-6E697EA28A9D}" presName="rootText" presStyleLbl="node4" presStyleIdx="2" presStyleCnt="6" custScaleX="390387">
        <dgm:presLayoutVars>
          <dgm:chPref val="3"/>
        </dgm:presLayoutVars>
      </dgm:prSet>
      <dgm:spPr/>
    </dgm:pt>
    <dgm:pt modelId="{6707C489-CC2D-462E-A880-B0050F776DBD}" type="pres">
      <dgm:prSet presAssocID="{5017E7CD-4993-4B9D-B515-6E697EA28A9D}" presName="rootConnector" presStyleLbl="node4" presStyleIdx="2" presStyleCnt="6"/>
      <dgm:spPr/>
    </dgm:pt>
    <dgm:pt modelId="{9969DA79-A882-47D1-B304-7AF6231127FC}" type="pres">
      <dgm:prSet presAssocID="{5017E7CD-4993-4B9D-B515-6E697EA28A9D}" presName="hierChild4" presStyleCnt="0"/>
      <dgm:spPr/>
    </dgm:pt>
    <dgm:pt modelId="{4C7326B3-90BA-4B2B-8701-469A227B8AB2}" type="pres">
      <dgm:prSet presAssocID="{3911EA17-E547-4262-8B6C-277CE406448A}" presName="Name37" presStyleLbl="parChTrans1D4" presStyleIdx="3" presStyleCnt="6"/>
      <dgm:spPr/>
    </dgm:pt>
    <dgm:pt modelId="{A9E44B90-DEC5-449A-9613-514BF3E717EB}" type="pres">
      <dgm:prSet presAssocID="{B93E31AA-F154-4B5C-9898-199BF507F037}" presName="hierRoot2" presStyleCnt="0">
        <dgm:presLayoutVars>
          <dgm:hierBranch val="init"/>
        </dgm:presLayoutVars>
      </dgm:prSet>
      <dgm:spPr/>
    </dgm:pt>
    <dgm:pt modelId="{64600E94-A369-4797-B51C-1DF15754C731}" type="pres">
      <dgm:prSet presAssocID="{B93E31AA-F154-4B5C-9898-199BF507F037}" presName="rootComposite" presStyleCnt="0"/>
      <dgm:spPr/>
    </dgm:pt>
    <dgm:pt modelId="{B01CB762-C3F3-4D79-AC05-23D0862F1921}" type="pres">
      <dgm:prSet presAssocID="{B93E31AA-F154-4B5C-9898-199BF507F037}" presName="rootText" presStyleLbl="node4" presStyleIdx="3" presStyleCnt="6" custScaleX="287547">
        <dgm:presLayoutVars>
          <dgm:chPref val="3"/>
        </dgm:presLayoutVars>
      </dgm:prSet>
      <dgm:spPr/>
    </dgm:pt>
    <dgm:pt modelId="{85FE9B50-1D22-42D0-B8E1-B4CB706BA032}" type="pres">
      <dgm:prSet presAssocID="{B93E31AA-F154-4B5C-9898-199BF507F037}" presName="rootConnector" presStyleLbl="node4" presStyleIdx="3" presStyleCnt="6"/>
      <dgm:spPr/>
    </dgm:pt>
    <dgm:pt modelId="{848A65F2-E0BC-4BFB-9EB3-EDD9E7EBF01D}" type="pres">
      <dgm:prSet presAssocID="{B93E31AA-F154-4B5C-9898-199BF507F037}" presName="hierChild4" presStyleCnt="0"/>
      <dgm:spPr/>
    </dgm:pt>
    <dgm:pt modelId="{C0154F65-F23D-4BEA-BD7A-AB40A3D6A866}" type="pres">
      <dgm:prSet presAssocID="{9A093C00-345C-4EA5-BC45-6B73BD0B0551}" presName="Name37" presStyleLbl="parChTrans1D4" presStyleIdx="4" presStyleCnt="6"/>
      <dgm:spPr/>
    </dgm:pt>
    <dgm:pt modelId="{0148FC67-AE2E-431E-9FD1-FA7B03CEA195}" type="pres">
      <dgm:prSet presAssocID="{3A7E80DF-4E6B-43DB-AE69-4AE0B71223FF}" presName="hierRoot2" presStyleCnt="0">
        <dgm:presLayoutVars>
          <dgm:hierBranch val="init"/>
        </dgm:presLayoutVars>
      </dgm:prSet>
      <dgm:spPr/>
    </dgm:pt>
    <dgm:pt modelId="{7F508137-EC33-400C-84BE-61FCC3CF5EC9}" type="pres">
      <dgm:prSet presAssocID="{3A7E80DF-4E6B-43DB-AE69-4AE0B71223FF}" presName="rootComposite" presStyleCnt="0"/>
      <dgm:spPr/>
    </dgm:pt>
    <dgm:pt modelId="{798AF9BA-020A-4541-A5BF-381A67974FC3}" type="pres">
      <dgm:prSet presAssocID="{3A7E80DF-4E6B-43DB-AE69-4AE0B71223FF}" presName="rootText" presStyleLbl="node4" presStyleIdx="4" presStyleCnt="6">
        <dgm:presLayoutVars>
          <dgm:chPref val="3"/>
        </dgm:presLayoutVars>
      </dgm:prSet>
      <dgm:spPr/>
    </dgm:pt>
    <dgm:pt modelId="{85155B2B-FC5B-4766-AAC9-211FD32910F1}" type="pres">
      <dgm:prSet presAssocID="{3A7E80DF-4E6B-43DB-AE69-4AE0B71223FF}" presName="rootConnector" presStyleLbl="node4" presStyleIdx="4" presStyleCnt="6"/>
      <dgm:spPr/>
    </dgm:pt>
    <dgm:pt modelId="{662FC3EF-257B-43DB-A6BA-7C1B9EC2A283}" type="pres">
      <dgm:prSet presAssocID="{3A7E80DF-4E6B-43DB-AE69-4AE0B71223FF}" presName="hierChild4" presStyleCnt="0"/>
      <dgm:spPr/>
    </dgm:pt>
    <dgm:pt modelId="{C4725B92-46BE-4BE2-B7B2-E9AB529AB068}" type="pres">
      <dgm:prSet presAssocID="{6931A61A-120C-4AA7-BB68-4C91CE51E536}" presName="Name37" presStyleLbl="parChTrans1D4" presStyleIdx="5" presStyleCnt="6"/>
      <dgm:spPr/>
    </dgm:pt>
    <dgm:pt modelId="{62F37BE1-FCA0-4620-A5C0-2257EDDEF97B}" type="pres">
      <dgm:prSet presAssocID="{646B0FE6-F512-48EE-AAE4-D0197B54D9AD}" presName="hierRoot2" presStyleCnt="0">
        <dgm:presLayoutVars>
          <dgm:hierBranch val="init"/>
        </dgm:presLayoutVars>
      </dgm:prSet>
      <dgm:spPr/>
    </dgm:pt>
    <dgm:pt modelId="{B1EEA2E1-7A59-4B71-BFC4-F893D693D247}" type="pres">
      <dgm:prSet presAssocID="{646B0FE6-F512-48EE-AAE4-D0197B54D9AD}" presName="rootComposite" presStyleCnt="0"/>
      <dgm:spPr/>
    </dgm:pt>
    <dgm:pt modelId="{995FEE91-E9D6-498D-BED2-1B40B5163910}" type="pres">
      <dgm:prSet presAssocID="{646B0FE6-F512-48EE-AAE4-D0197B54D9AD}" presName="rootText" presStyleLbl="node4" presStyleIdx="5" presStyleCnt="6" custFlipVert="0" custFlipHor="0" custScaleX="31622" custScaleY="45354">
        <dgm:presLayoutVars>
          <dgm:chPref val="3"/>
        </dgm:presLayoutVars>
      </dgm:prSet>
      <dgm:spPr/>
    </dgm:pt>
    <dgm:pt modelId="{D22A4B5A-E853-43BC-99E8-626003F538DC}" type="pres">
      <dgm:prSet presAssocID="{646B0FE6-F512-48EE-AAE4-D0197B54D9AD}" presName="rootConnector" presStyleLbl="node4" presStyleIdx="5" presStyleCnt="6"/>
      <dgm:spPr/>
    </dgm:pt>
    <dgm:pt modelId="{C298B33B-170C-4733-B14E-BB0EFF13BF33}" type="pres">
      <dgm:prSet presAssocID="{646B0FE6-F512-48EE-AAE4-D0197B54D9AD}" presName="hierChild4" presStyleCnt="0"/>
      <dgm:spPr/>
    </dgm:pt>
    <dgm:pt modelId="{8FA43E11-620F-4625-A374-923AC25D1605}" type="pres">
      <dgm:prSet presAssocID="{646B0FE6-F512-48EE-AAE4-D0197B54D9AD}" presName="hierChild5" presStyleCnt="0"/>
      <dgm:spPr/>
    </dgm:pt>
    <dgm:pt modelId="{9C453B01-AC32-41BC-97B7-C7BDD0591EC5}" type="pres">
      <dgm:prSet presAssocID="{3A7E80DF-4E6B-43DB-AE69-4AE0B71223FF}" presName="hierChild5" presStyleCnt="0"/>
      <dgm:spPr/>
    </dgm:pt>
    <dgm:pt modelId="{33AEE5D6-3F21-46B7-B132-2C6D6EB91EE6}" type="pres">
      <dgm:prSet presAssocID="{B93E31AA-F154-4B5C-9898-199BF507F037}" presName="hierChild5" presStyleCnt="0"/>
      <dgm:spPr/>
    </dgm:pt>
    <dgm:pt modelId="{7A33EA23-5E55-428A-95A4-581508402AE6}" type="pres">
      <dgm:prSet presAssocID="{5017E7CD-4993-4B9D-B515-6E697EA28A9D}" presName="hierChild5" presStyleCnt="0"/>
      <dgm:spPr/>
    </dgm:pt>
    <dgm:pt modelId="{9BFDCBE1-FB73-49A5-8B45-FF9ABD2173B2}" type="pres">
      <dgm:prSet presAssocID="{A14E35BD-6F0B-4765-ADF8-8091C33BD5C6}" presName="hierChild5" presStyleCnt="0"/>
      <dgm:spPr/>
    </dgm:pt>
    <dgm:pt modelId="{8D0779CC-67D4-4C37-9A7C-3BC7E06311AE}" type="pres">
      <dgm:prSet presAssocID="{EBC9B7F1-A892-4F5D-8BA5-391ECD7F2727}" presName="hierChild5" presStyleCnt="0"/>
      <dgm:spPr/>
    </dgm:pt>
    <dgm:pt modelId="{822FEB42-1BD9-4A4C-969F-AD78025619FD}" type="pres">
      <dgm:prSet presAssocID="{2F5619C2-FC6D-4134-B27B-57D9CD70A8C3}" presName="hierChild5" presStyleCnt="0"/>
      <dgm:spPr/>
    </dgm:pt>
    <dgm:pt modelId="{70EA76C1-7D4A-4035-87EC-298E85527434}" type="pres">
      <dgm:prSet presAssocID="{836A8C36-43E6-4387-9707-25A67D105119}" presName="hierChild5" presStyleCnt="0"/>
      <dgm:spPr/>
    </dgm:pt>
    <dgm:pt modelId="{6201F04B-6E22-4112-A597-D19697DCA4C0}" type="pres">
      <dgm:prSet presAssocID="{B4020262-4B7F-48A2-968A-0209B9B115E5}" presName="hierChild3" presStyleCnt="0"/>
      <dgm:spPr/>
    </dgm:pt>
  </dgm:ptLst>
  <dgm:cxnLst>
    <dgm:cxn modelId="{332C9912-5B88-4ED4-8790-5E460DA63D0E}" type="presOf" srcId="{3911EA17-E547-4262-8B6C-277CE406448A}" destId="{4C7326B3-90BA-4B2B-8701-469A227B8AB2}" srcOrd="0" destOrd="0" presId="urn:microsoft.com/office/officeart/2005/8/layout/orgChart1"/>
    <dgm:cxn modelId="{0391E012-9548-45EB-93EC-82DC31FC70E6}" type="presOf" srcId="{836A8C36-43E6-4387-9707-25A67D105119}" destId="{88C94903-9F11-468A-94E3-30533519DCBC}" srcOrd="0" destOrd="0" presId="urn:microsoft.com/office/officeart/2005/8/layout/orgChart1"/>
    <dgm:cxn modelId="{7129D513-B3D6-4F36-8C91-C8B88C90EFED}" srcId="{A14E35BD-6F0B-4765-ADF8-8091C33BD5C6}" destId="{5017E7CD-4993-4B9D-B515-6E697EA28A9D}" srcOrd="0" destOrd="0" parTransId="{A7CD1AFB-7228-4CDA-B904-9417E35ED7E5}" sibTransId="{E35A29A0-CCBA-424A-B9C1-A50955B7E834}"/>
    <dgm:cxn modelId="{D9C67617-9D5C-4C24-BD22-1974AB45C9C5}" type="presOf" srcId="{CE9E81C0-4EAD-4857-8736-FA7C0BC394CB}" destId="{D59327D8-D458-4CFB-A51C-AB814209D8A4}" srcOrd="0" destOrd="0" presId="urn:microsoft.com/office/officeart/2005/8/layout/orgChart1"/>
    <dgm:cxn modelId="{B614C31A-1646-4DB3-8964-1FF556EF584A}" type="presOf" srcId="{5017E7CD-4993-4B9D-B515-6E697EA28A9D}" destId="{6707C489-CC2D-462E-A880-B0050F776DBD}" srcOrd="1" destOrd="0" presId="urn:microsoft.com/office/officeart/2005/8/layout/orgChart1"/>
    <dgm:cxn modelId="{F1D1F123-677A-405D-952B-4048563000C6}" srcId="{2F5619C2-FC6D-4134-B27B-57D9CD70A8C3}" destId="{EBC9B7F1-A892-4F5D-8BA5-391ECD7F2727}" srcOrd="0" destOrd="0" parTransId="{32544F44-300D-4258-808E-161CD359156E}" sibTransId="{E4C6985A-5184-43D7-97D3-9D83B32911F0}"/>
    <dgm:cxn modelId="{C827C828-2756-457B-8B2B-D5341D28CB67}" type="presOf" srcId="{3ABA3839-6E0F-4D01-9D9D-DDB38FBE1582}" destId="{ADF54A23-E6C7-4BF9-8E3A-4D297C782DF8}" srcOrd="0" destOrd="0" presId="urn:microsoft.com/office/officeart/2005/8/layout/orgChart1"/>
    <dgm:cxn modelId="{180DCE2C-1BDB-48B7-BB91-3D598DEAF014}" type="presOf" srcId="{3A7E80DF-4E6B-43DB-AE69-4AE0B71223FF}" destId="{798AF9BA-020A-4541-A5BF-381A67974FC3}" srcOrd="0" destOrd="0" presId="urn:microsoft.com/office/officeart/2005/8/layout/orgChart1"/>
    <dgm:cxn modelId="{699CB130-46C1-4353-BC50-01C983E27912}" type="presOf" srcId="{2F5619C2-FC6D-4134-B27B-57D9CD70A8C3}" destId="{341A3D8B-CC57-4557-9E8A-1861C30166EC}" srcOrd="1" destOrd="0" presId="urn:microsoft.com/office/officeart/2005/8/layout/orgChart1"/>
    <dgm:cxn modelId="{8CA53A35-B055-4EA7-88CB-E30379FC1B69}" type="presOf" srcId="{B93E31AA-F154-4B5C-9898-199BF507F037}" destId="{85FE9B50-1D22-42D0-B8E1-B4CB706BA032}" srcOrd="1" destOrd="0" presId="urn:microsoft.com/office/officeart/2005/8/layout/orgChart1"/>
    <dgm:cxn modelId="{8702EB4D-66A8-4567-B9C2-4ABF3B809DFA}" type="presOf" srcId="{2F5619C2-FC6D-4134-B27B-57D9CD70A8C3}" destId="{13D913C1-E269-46E3-A716-F539382A5FAD}" srcOrd="0" destOrd="0" presId="urn:microsoft.com/office/officeart/2005/8/layout/orgChart1"/>
    <dgm:cxn modelId="{8A32896F-B766-4357-BA1C-1729EACF41F0}" srcId="{EBC9B7F1-A892-4F5D-8BA5-391ECD7F2727}" destId="{A14E35BD-6F0B-4765-ADF8-8091C33BD5C6}" srcOrd="0" destOrd="0" parTransId="{CE9E81C0-4EAD-4857-8736-FA7C0BC394CB}" sibTransId="{06A94546-5228-4370-A0E1-C5B57A22CA57}"/>
    <dgm:cxn modelId="{EBF2DC70-4B56-4B60-900A-D100604CBFF6}" type="presOf" srcId="{DDDB1F53-1517-46C7-B228-6754100590E2}" destId="{59CE91E4-B0A1-463C-9EDB-4747D1CD8B40}" srcOrd="0" destOrd="0" presId="urn:microsoft.com/office/officeart/2005/8/layout/orgChart1"/>
    <dgm:cxn modelId="{255FD759-29FB-45F9-8A1D-416345004CCB}" type="presOf" srcId="{5EC21015-E3C4-461E-937C-F6358D52C44F}" destId="{C98F8474-7577-41E3-A9DC-2D4E64CAE0BC}" srcOrd="0" destOrd="0" presId="urn:microsoft.com/office/officeart/2005/8/layout/orgChart1"/>
    <dgm:cxn modelId="{07AF827A-2A43-46C2-8F20-6DC2E2CED264}" type="presOf" srcId="{A14E35BD-6F0B-4765-ADF8-8091C33BD5C6}" destId="{D3EC5756-88FA-4E24-A95F-504DCD319A77}" srcOrd="0" destOrd="0" presId="urn:microsoft.com/office/officeart/2005/8/layout/orgChart1"/>
    <dgm:cxn modelId="{8D72407B-7208-427E-9DF6-DFE6A8CE8B52}" type="presOf" srcId="{EBC9B7F1-A892-4F5D-8BA5-391ECD7F2727}" destId="{7E01393F-2CF9-4248-A57F-67A583C67D9E}" srcOrd="1" destOrd="0" presId="urn:microsoft.com/office/officeart/2005/8/layout/orgChart1"/>
    <dgm:cxn modelId="{C8743A85-FF80-47A5-8F61-11B91325C6F4}" type="presOf" srcId="{6931A61A-120C-4AA7-BB68-4C91CE51E536}" destId="{C4725B92-46BE-4BE2-B7B2-E9AB529AB068}" srcOrd="0" destOrd="0" presId="urn:microsoft.com/office/officeart/2005/8/layout/orgChart1"/>
    <dgm:cxn modelId="{778B3589-A4B7-4F70-9422-E79C332DF6F8}" srcId="{3A7E80DF-4E6B-43DB-AE69-4AE0B71223FF}" destId="{646B0FE6-F512-48EE-AAE4-D0197B54D9AD}" srcOrd="0" destOrd="0" parTransId="{6931A61A-120C-4AA7-BB68-4C91CE51E536}" sibTransId="{D19567E3-7AA8-46BD-B507-E492E0B50E03}"/>
    <dgm:cxn modelId="{38B5408B-D81E-4B83-8A56-5866BDA8C886}" type="presOf" srcId="{A7CD1AFB-7228-4CDA-B904-9417E35ED7E5}" destId="{C8597741-A874-456F-B8C1-1316E356B681}" srcOrd="0" destOrd="0" presId="urn:microsoft.com/office/officeart/2005/8/layout/orgChart1"/>
    <dgm:cxn modelId="{1803CD92-CA28-46AF-B701-7C9797BDC885}" type="presOf" srcId="{EBC9B7F1-A892-4F5D-8BA5-391ECD7F2727}" destId="{BBD67DA3-31D1-4521-A220-917E71B62E42}" srcOrd="0" destOrd="0" presId="urn:microsoft.com/office/officeart/2005/8/layout/orgChart1"/>
    <dgm:cxn modelId="{FEAACB9F-A6A6-4BBF-910E-61BAE03F981D}" srcId="{836A8C36-43E6-4387-9707-25A67D105119}" destId="{2F5619C2-FC6D-4134-B27B-57D9CD70A8C3}" srcOrd="0" destOrd="0" parTransId="{5EC21015-E3C4-461E-937C-F6358D52C44F}" sibTransId="{063C1F82-B47A-4097-8433-071624DDA54A}"/>
    <dgm:cxn modelId="{604C83A7-B274-4A9F-9EF7-63D2A8EABA49}" srcId="{5017E7CD-4993-4B9D-B515-6E697EA28A9D}" destId="{B93E31AA-F154-4B5C-9898-199BF507F037}" srcOrd="0" destOrd="0" parTransId="{3911EA17-E547-4262-8B6C-277CE406448A}" sibTransId="{A4D45E77-5499-4448-BD40-3C500BF8E0AB}"/>
    <dgm:cxn modelId="{08645DAE-E720-4B61-8597-91D84BF4563B}" type="presOf" srcId="{9A093C00-345C-4EA5-BC45-6B73BD0B0551}" destId="{C0154F65-F23D-4BEA-BD7A-AB40A3D6A866}" srcOrd="0" destOrd="0" presId="urn:microsoft.com/office/officeart/2005/8/layout/orgChart1"/>
    <dgm:cxn modelId="{BAB5D7B4-96B4-46F2-B843-68E56CFAE56B}" type="presOf" srcId="{3A7E80DF-4E6B-43DB-AE69-4AE0B71223FF}" destId="{85155B2B-FC5B-4766-AAC9-211FD32910F1}" srcOrd="1" destOrd="0" presId="urn:microsoft.com/office/officeart/2005/8/layout/orgChart1"/>
    <dgm:cxn modelId="{F9196AC7-7EAC-4E45-A32D-EB8AC25CF0BE}" type="presOf" srcId="{32544F44-300D-4258-808E-161CD359156E}" destId="{06238FC2-6E55-48DE-B7E7-9B2B37CBE5F9}" srcOrd="0" destOrd="0" presId="urn:microsoft.com/office/officeart/2005/8/layout/orgChart1"/>
    <dgm:cxn modelId="{F84DBED2-55CF-4600-9137-5AAED741F0B2}" type="presOf" srcId="{836A8C36-43E6-4387-9707-25A67D105119}" destId="{5330CACF-105C-4C82-AD7F-91E3B882D4AB}" srcOrd="1" destOrd="0" presId="urn:microsoft.com/office/officeart/2005/8/layout/orgChart1"/>
    <dgm:cxn modelId="{3F0CF4D4-B96E-4A86-8D11-655D4928B8D9}" srcId="{B4020262-4B7F-48A2-968A-0209B9B115E5}" destId="{836A8C36-43E6-4387-9707-25A67D105119}" srcOrd="0" destOrd="0" parTransId="{DDDB1F53-1517-46C7-B228-6754100590E2}" sibTransId="{9E7177D0-A6C3-439C-8C6B-1FDE63DDFCD8}"/>
    <dgm:cxn modelId="{F85B8CDA-9A7A-4D37-9D01-144E151CBCDE}" srcId="{3ABA3839-6E0F-4D01-9D9D-DDB38FBE1582}" destId="{B4020262-4B7F-48A2-968A-0209B9B115E5}" srcOrd="0" destOrd="0" parTransId="{692518F8-C25B-4DF8-8282-322BAA5C29D5}" sibTransId="{FA3819F2-8472-4C11-850B-665B432FF46E}"/>
    <dgm:cxn modelId="{9CDD0EDE-48CE-42F2-8A1C-04F20B09A745}" type="presOf" srcId="{5017E7CD-4993-4B9D-B515-6E697EA28A9D}" destId="{01057F20-5148-458A-AF98-4A40FDE98E7A}" srcOrd="0" destOrd="0" presId="urn:microsoft.com/office/officeart/2005/8/layout/orgChart1"/>
    <dgm:cxn modelId="{F40231E0-6D62-472E-81AC-47F1FF23B628}" type="presOf" srcId="{646B0FE6-F512-48EE-AAE4-D0197B54D9AD}" destId="{995FEE91-E9D6-498D-BED2-1B40B5163910}" srcOrd="0" destOrd="0" presId="urn:microsoft.com/office/officeart/2005/8/layout/orgChart1"/>
    <dgm:cxn modelId="{B7E29DE4-D96C-4173-96F3-090924621867}" type="presOf" srcId="{B4020262-4B7F-48A2-968A-0209B9B115E5}" destId="{EB4809BA-CEC7-4198-A029-738BAD12ED56}" srcOrd="1" destOrd="0" presId="urn:microsoft.com/office/officeart/2005/8/layout/orgChart1"/>
    <dgm:cxn modelId="{E97164E9-0CBD-4436-9F96-962A9345B7BA}" type="presOf" srcId="{A14E35BD-6F0B-4765-ADF8-8091C33BD5C6}" destId="{6CEA498D-EB26-443A-9D41-0C3F99AC099E}" srcOrd="1" destOrd="0" presId="urn:microsoft.com/office/officeart/2005/8/layout/orgChart1"/>
    <dgm:cxn modelId="{0CB5D3EC-B4A9-46E7-B416-D541F4186EBF}" type="presOf" srcId="{B4020262-4B7F-48A2-968A-0209B9B115E5}" destId="{862B2F0F-8504-4049-B6CC-3F756E1F1359}" srcOrd="0" destOrd="0" presId="urn:microsoft.com/office/officeart/2005/8/layout/orgChart1"/>
    <dgm:cxn modelId="{4A2C0BF3-9295-492B-82F7-08A6D9BF4F67}" type="presOf" srcId="{B93E31AA-F154-4B5C-9898-199BF507F037}" destId="{B01CB762-C3F3-4D79-AC05-23D0862F1921}" srcOrd="0" destOrd="0" presId="urn:microsoft.com/office/officeart/2005/8/layout/orgChart1"/>
    <dgm:cxn modelId="{009DBEFE-216F-4B6C-B840-71EF23E63F30}" srcId="{B93E31AA-F154-4B5C-9898-199BF507F037}" destId="{3A7E80DF-4E6B-43DB-AE69-4AE0B71223FF}" srcOrd="0" destOrd="0" parTransId="{9A093C00-345C-4EA5-BC45-6B73BD0B0551}" sibTransId="{10088D52-2898-4A78-B2A1-13EE6F99DCF2}"/>
    <dgm:cxn modelId="{E046E6FE-67AA-4610-A66A-E5D0A5CB383D}" type="presOf" srcId="{646B0FE6-F512-48EE-AAE4-D0197B54D9AD}" destId="{D22A4B5A-E853-43BC-99E8-626003F538DC}" srcOrd="1" destOrd="0" presId="urn:microsoft.com/office/officeart/2005/8/layout/orgChart1"/>
    <dgm:cxn modelId="{F1CC41DD-3530-438D-A39A-3435BF13F955}" type="presParOf" srcId="{ADF54A23-E6C7-4BF9-8E3A-4D297C782DF8}" destId="{38A0A94B-573A-4D56-ABAF-E04E47CD198A}" srcOrd="0" destOrd="0" presId="urn:microsoft.com/office/officeart/2005/8/layout/orgChart1"/>
    <dgm:cxn modelId="{7A739A25-9C15-4115-930D-51151F22B43F}" type="presParOf" srcId="{38A0A94B-573A-4D56-ABAF-E04E47CD198A}" destId="{491D8EE9-E121-4E1C-A646-3D01E1057281}" srcOrd="0" destOrd="0" presId="urn:microsoft.com/office/officeart/2005/8/layout/orgChart1"/>
    <dgm:cxn modelId="{F81A580E-9C01-4BB2-9D3F-23F006DFC697}" type="presParOf" srcId="{491D8EE9-E121-4E1C-A646-3D01E1057281}" destId="{862B2F0F-8504-4049-B6CC-3F756E1F1359}" srcOrd="0" destOrd="0" presId="urn:microsoft.com/office/officeart/2005/8/layout/orgChart1"/>
    <dgm:cxn modelId="{7744442F-726A-4B32-8FF7-F0D901ADF7FE}" type="presParOf" srcId="{491D8EE9-E121-4E1C-A646-3D01E1057281}" destId="{EB4809BA-CEC7-4198-A029-738BAD12ED56}" srcOrd="1" destOrd="0" presId="urn:microsoft.com/office/officeart/2005/8/layout/orgChart1"/>
    <dgm:cxn modelId="{5559BAC5-A3A7-4F9D-BBF2-41BDCA2C5E4B}" type="presParOf" srcId="{38A0A94B-573A-4D56-ABAF-E04E47CD198A}" destId="{EC1BCFC3-2A4B-4716-87C6-771F6A91F821}" srcOrd="1" destOrd="0" presId="urn:microsoft.com/office/officeart/2005/8/layout/orgChart1"/>
    <dgm:cxn modelId="{3C5F520A-A5F3-4FDC-B699-6B05616CD7B6}" type="presParOf" srcId="{EC1BCFC3-2A4B-4716-87C6-771F6A91F821}" destId="{59CE91E4-B0A1-463C-9EDB-4747D1CD8B40}" srcOrd="0" destOrd="0" presId="urn:microsoft.com/office/officeart/2005/8/layout/orgChart1"/>
    <dgm:cxn modelId="{F97F593A-439B-44B8-9DC9-E4B0D6A0C2FC}" type="presParOf" srcId="{EC1BCFC3-2A4B-4716-87C6-771F6A91F821}" destId="{1DD29F54-52EE-42D3-A393-708337750F49}" srcOrd="1" destOrd="0" presId="urn:microsoft.com/office/officeart/2005/8/layout/orgChart1"/>
    <dgm:cxn modelId="{736F3AA7-9502-4A06-B64E-1F6F20F64C24}" type="presParOf" srcId="{1DD29F54-52EE-42D3-A393-708337750F49}" destId="{50850E5D-39C1-4FFE-A4CA-E579DB9292EA}" srcOrd="0" destOrd="0" presId="urn:microsoft.com/office/officeart/2005/8/layout/orgChart1"/>
    <dgm:cxn modelId="{3EB308F3-E302-497A-A4F3-D4673A45D640}" type="presParOf" srcId="{50850E5D-39C1-4FFE-A4CA-E579DB9292EA}" destId="{88C94903-9F11-468A-94E3-30533519DCBC}" srcOrd="0" destOrd="0" presId="urn:microsoft.com/office/officeart/2005/8/layout/orgChart1"/>
    <dgm:cxn modelId="{AF4C960C-0333-4D00-A3E9-9E3E0CB0F27A}" type="presParOf" srcId="{50850E5D-39C1-4FFE-A4CA-E579DB9292EA}" destId="{5330CACF-105C-4C82-AD7F-91E3B882D4AB}" srcOrd="1" destOrd="0" presId="urn:microsoft.com/office/officeart/2005/8/layout/orgChart1"/>
    <dgm:cxn modelId="{2F892025-EAA9-464A-89AB-7BFD7A5B3B03}" type="presParOf" srcId="{1DD29F54-52EE-42D3-A393-708337750F49}" destId="{41AAFB64-17A4-45D6-ACB9-5F13EB8CBA0C}" srcOrd="1" destOrd="0" presId="urn:microsoft.com/office/officeart/2005/8/layout/orgChart1"/>
    <dgm:cxn modelId="{2E2A96E0-9821-4F29-A127-2E42B236DEE6}" type="presParOf" srcId="{41AAFB64-17A4-45D6-ACB9-5F13EB8CBA0C}" destId="{C98F8474-7577-41E3-A9DC-2D4E64CAE0BC}" srcOrd="0" destOrd="0" presId="urn:microsoft.com/office/officeart/2005/8/layout/orgChart1"/>
    <dgm:cxn modelId="{3F81FD4C-228A-465B-B8B9-55A3A723D15D}" type="presParOf" srcId="{41AAFB64-17A4-45D6-ACB9-5F13EB8CBA0C}" destId="{B2E53A43-6A87-459D-A8E7-7036027FA7D4}" srcOrd="1" destOrd="0" presId="urn:microsoft.com/office/officeart/2005/8/layout/orgChart1"/>
    <dgm:cxn modelId="{7BF3EBA9-14D7-4815-867B-07F23872C970}" type="presParOf" srcId="{B2E53A43-6A87-459D-A8E7-7036027FA7D4}" destId="{6998D10B-90FA-485E-B062-659783479DEF}" srcOrd="0" destOrd="0" presId="urn:microsoft.com/office/officeart/2005/8/layout/orgChart1"/>
    <dgm:cxn modelId="{6B4578BF-2A3F-429E-B4C3-2A2CC201260F}" type="presParOf" srcId="{6998D10B-90FA-485E-B062-659783479DEF}" destId="{13D913C1-E269-46E3-A716-F539382A5FAD}" srcOrd="0" destOrd="0" presId="urn:microsoft.com/office/officeart/2005/8/layout/orgChart1"/>
    <dgm:cxn modelId="{72A24909-328B-4EED-A67F-8CA805D60E5D}" type="presParOf" srcId="{6998D10B-90FA-485E-B062-659783479DEF}" destId="{341A3D8B-CC57-4557-9E8A-1861C30166EC}" srcOrd="1" destOrd="0" presId="urn:microsoft.com/office/officeart/2005/8/layout/orgChart1"/>
    <dgm:cxn modelId="{60E2CAF7-C5B0-4ABF-8C8A-6322335A3DAA}" type="presParOf" srcId="{B2E53A43-6A87-459D-A8E7-7036027FA7D4}" destId="{91B35AEE-10A9-42E8-89D7-4539FEECD50A}" srcOrd="1" destOrd="0" presId="urn:microsoft.com/office/officeart/2005/8/layout/orgChart1"/>
    <dgm:cxn modelId="{04884657-41F6-449D-AA2C-2BCDA1D2ACED}" type="presParOf" srcId="{91B35AEE-10A9-42E8-89D7-4539FEECD50A}" destId="{06238FC2-6E55-48DE-B7E7-9B2B37CBE5F9}" srcOrd="0" destOrd="0" presId="urn:microsoft.com/office/officeart/2005/8/layout/orgChart1"/>
    <dgm:cxn modelId="{B5D4F349-16B4-4ED3-85BF-3662D39CA325}" type="presParOf" srcId="{91B35AEE-10A9-42E8-89D7-4539FEECD50A}" destId="{50B02DC1-DB50-4B1F-9EA6-31C8C87FEE83}" srcOrd="1" destOrd="0" presId="urn:microsoft.com/office/officeart/2005/8/layout/orgChart1"/>
    <dgm:cxn modelId="{8092C835-5463-4F82-BCED-B4BEB28F90BA}" type="presParOf" srcId="{50B02DC1-DB50-4B1F-9EA6-31C8C87FEE83}" destId="{45128E32-60A4-45B4-B975-784234877084}" srcOrd="0" destOrd="0" presId="urn:microsoft.com/office/officeart/2005/8/layout/orgChart1"/>
    <dgm:cxn modelId="{650CB0E0-24F3-46BC-87AF-E072F08DA0B0}" type="presParOf" srcId="{45128E32-60A4-45B4-B975-784234877084}" destId="{BBD67DA3-31D1-4521-A220-917E71B62E42}" srcOrd="0" destOrd="0" presId="urn:microsoft.com/office/officeart/2005/8/layout/orgChart1"/>
    <dgm:cxn modelId="{F5B0D12C-AD31-426D-A027-56045FFB88AC}" type="presParOf" srcId="{45128E32-60A4-45B4-B975-784234877084}" destId="{7E01393F-2CF9-4248-A57F-67A583C67D9E}" srcOrd="1" destOrd="0" presId="urn:microsoft.com/office/officeart/2005/8/layout/orgChart1"/>
    <dgm:cxn modelId="{214293FD-6DE7-42AB-B562-20511EC72DC8}" type="presParOf" srcId="{50B02DC1-DB50-4B1F-9EA6-31C8C87FEE83}" destId="{EDC31AA8-1B82-4781-8050-F53AEA464E0D}" srcOrd="1" destOrd="0" presId="urn:microsoft.com/office/officeart/2005/8/layout/orgChart1"/>
    <dgm:cxn modelId="{CB20CFED-4430-44B3-BDFF-64B0AF985FA1}" type="presParOf" srcId="{EDC31AA8-1B82-4781-8050-F53AEA464E0D}" destId="{D59327D8-D458-4CFB-A51C-AB814209D8A4}" srcOrd="0" destOrd="0" presId="urn:microsoft.com/office/officeart/2005/8/layout/orgChart1"/>
    <dgm:cxn modelId="{DE2ACA1A-4E50-4D20-B672-21110E51F4BF}" type="presParOf" srcId="{EDC31AA8-1B82-4781-8050-F53AEA464E0D}" destId="{1A6F523B-03AB-442A-B5D6-502980196691}" srcOrd="1" destOrd="0" presId="urn:microsoft.com/office/officeart/2005/8/layout/orgChart1"/>
    <dgm:cxn modelId="{4081FB34-1B94-4EED-9614-6964381D1D6D}" type="presParOf" srcId="{1A6F523B-03AB-442A-B5D6-502980196691}" destId="{CC83AF9B-4CDC-4539-A198-AD16D031D7C0}" srcOrd="0" destOrd="0" presId="urn:microsoft.com/office/officeart/2005/8/layout/orgChart1"/>
    <dgm:cxn modelId="{0BFBA260-10A1-402C-9BA4-B4D1A51F25E4}" type="presParOf" srcId="{CC83AF9B-4CDC-4539-A198-AD16D031D7C0}" destId="{D3EC5756-88FA-4E24-A95F-504DCD319A77}" srcOrd="0" destOrd="0" presId="urn:microsoft.com/office/officeart/2005/8/layout/orgChart1"/>
    <dgm:cxn modelId="{A195D720-3FEB-4DE4-9E23-445D8CC944BB}" type="presParOf" srcId="{CC83AF9B-4CDC-4539-A198-AD16D031D7C0}" destId="{6CEA498D-EB26-443A-9D41-0C3F99AC099E}" srcOrd="1" destOrd="0" presId="urn:microsoft.com/office/officeart/2005/8/layout/orgChart1"/>
    <dgm:cxn modelId="{48E13773-247C-4176-8312-7771BD5B8D19}" type="presParOf" srcId="{1A6F523B-03AB-442A-B5D6-502980196691}" destId="{C2A5ED46-E487-45CC-9D2D-CD1E0E0ED6A1}" srcOrd="1" destOrd="0" presId="urn:microsoft.com/office/officeart/2005/8/layout/orgChart1"/>
    <dgm:cxn modelId="{30FC5B1E-67E2-4BAD-8573-D912F938A619}" type="presParOf" srcId="{C2A5ED46-E487-45CC-9D2D-CD1E0E0ED6A1}" destId="{C8597741-A874-456F-B8C1-1316E356B681}" srcOrd="0" destOrd="0" presId="urn:microsoft.com/office/officeart/2005/8/layout/orgChart1"/>
    <dgm:cxn modelId="{C6EE656C-78B8-4C5E-B380-AF59E5CCC3BB}" type="presParOf" srcId="{C2A5ED46-E487-45CC-9D2D-CD1E0E0ED6A1}" destId="{4E646BF3-7364-4ABE-897B-293F16926472}" srcOrd="1" destOrd="0" presId="urn:microsoft.com/office/officeart/2005/8/layout/orgChart1"/>
    <dgm:cxn modelId="{C93CAFBA-05EF-4BE6-B45C-1EE753CF5DB6}" type="presParOf" srcId="{4E646BF3-7364-4ABE-897B-293F16926472}" destId="{78F3D2DA-9AAA-4159-82B5-64C2AB03A1B9}" srcOrd="0" destOrd="0" presId="urn:microsoft.com/office/officeart/2005/8/layout/orgChart1"/>
    <dgm:cxn modelId="{A2CA7D74-14D4-4AC8-8335-26A2358DFB68}" type="presParOf" srcId="{78F3D2DA-9AAA-4159-82B5-64C2AB03A1B9}" destId="{01057F20-5148-458A-AF98-4A40FDE98E7A}" srcOrd="0" destOrd="0" presId="urn:microsoft.com/office/officeart/2005/8/layout/orgChart1"/>
    <dgm:cxn modelId="{F5D1F297-5F1A-47D9-AADD-398F663FC28C}" type="presParOf" srcId="{78F3D2DA-9AAA-4159-82B5-64C2AB03A1B9}" destId="{6707C489-CC2D-462E-A880-B0050F776DBD}" srcOrd="1" destOrd="0" presId="urn:microsoft.com/office/officeart/2005/8/layout/orgChart1"/>
    <dgm:cxn modelId="{FF85665C-BE31-4F36-A2A3-531EBC7FEAE2}" type="presParOf" srcId="{4E646BF3-7364-4ABE-897B-293F16926472}" destId="{9969DA79-A882-47D1-B304-7AF6231127FC}" srcOrd="1" destOrd="0" presId="urn:microsoft.com/office/officeart/2005/8/layout/orgChart1"/>
    <dgm:cxn modelId="{834E55D3-09B2-438B-B067-063C990C97CB}" type="presParOf" srcId="{9969DA79-A882-47D1-B304-7AF6231127FC}" destId="{4C7326B3-90BA-4B2B-8701-469A227B8AB2}" srcOrd="0" destOrd="0" presId="urn:microsoft.com/office/officeart/2005/8/layout/orgChart1"/>
    <dgm:cxn modelId="{B2D0147C-AB7A-4478-A87B-5C25E2F0C570}" type="presParOf" srcId="{9969DA79-A882-47D1-B304-7AF6231127FC}" destId="{A9E44B90-DEC5-449A-9613-514BF3E717EB}" srcOrd="1" destOrd="0" presId="urn:microsoft.com/office/officeart/2005/8/layout/orgChart1"/>
    <dgm:cxn modelId="{F73FB80E-BBEC-4AEC-91FE-8F6E79252BC8}" type="presParOf" srcId="{A9E44B90-DEC5-449A-9613-514BF3E717EB}" destId="{64600E94-A369-4797-B51C-1DF15754C731}" srcOrd="0" destOrd="0" presId="urn:microsoft.com/office/officeart/2005/8/layout/orgChart1"/>
    <dgm:cxn modelId="{94EFA2D3-BC57-4495-8E13-4DF0BF4CF8FC}" type="presParOf" srcId="{64600E94-A369-4797-B51C-1DF15754C731}" destId="{B01CB762-C3F3-4D79-AC05-23D0862F1921}" srcOrd="0" destOrd="0" presId="urn:microsoft.com/office/officeart/2005/8/layout/orgChart1"/>
    <dgm:cxn modelId="{1E110783-B8CA-4791-8A16-CEA87FBDC7F4}" type="presParOf" srcId="{64600E94-A369-4797-B51C-1DF15754C731}" destId="{85FE9B50-1D22-42D0-B8E1-B4CB706BA032}" srcOrd="1" destOrd="0" presId="urn:microsoft.com/office/officeart/2005/8/layout/orgChart1"/>
    <dgm:cxn modelId="{0D92AEAC-A5BD-4D25-9FA9-750EC0019C84}" type="presParOf" srcId="{A9E44B90-DEC5-449A-9613-514BF3E717EB}" destId="{848A65F2-E0BC-4BFB-9EB3-EDD9E7EBF01D}" srcOrd="1" destOrd="0" presId="urn:microsoft.com/office/officeart/2005/8/layout/orgChart1"/>
    <dgm:cxn modelId="{4D5546C6-DCAD-4043-BE4B-CBFB70B4F04E}" type="presParOf" srcId="{848A65F2-E0BC-4BFB-9EB3-EDD9E7EBF01D}" destId="{C0154F65-F23D-4BEA-BD7A-AB40A3D6A866}" srcOrd="0" destOrd="0" presId="urn:microsoft.com/office/officeart/2005/8/layout/orgChart1"/>
    <dgm:cxn modelId="{639E88DF-2CA5-4768-ACDB-F7DF583B1D80}" type="presParOf" srcId="{848A65F2-E0BC-4BFB-9EB3-EDD9E7EBF01D}" destId="{0148FC67-AE2E-431E-9FD1-FA7B03CEA195}" srcOrd="1" destOrd="0" presId="urn:microsoft.com/office/officeart/2005/8/layout/orgChart1"/>
    <dgm:cxn modelId="{66B46CD1-8452-4393-933E-80BC9B3EF029}" type="presParOf" srcId="{0148FC67-AE2E-431E-9FD1-FA7B03CEA195}" destId="{7F508137-EC33-400C-84BE-61FCC3CF5EC9}" srcOrd="0" destOrd="0" presId="urn:microsoft.com/office/officeart/2005/8/layout/orgChart1"/>
    <dgm:cxn modelId="{F9B07B14-D809-4E13-AD44-A2627EE1D3A1}" type="presParOf" srcId="{7F508137-EC33-400C-84BE-61FCC3CF5EC9}" destId="{798AF9BA-020A-4541-A5BF-381A67974FC3}" srcOrd="0" destOrd="0" presId="urn:microsoft.com/office/officeart/2005/8/layout/orgChart1"/>
    <dgm:cxn modelId="{BAB2B180-858A-48CD-8BC7-966534C36D85}" type="presParOf" srcId="{7F508137-EC33-400C-84BE-61FCC3CF5EC9}" destId="{85155B2B-FC5B-4766-AAC9-211FD32910F1}" srcOrd="1" destOrd="0" presId="urn:microsoft.com/office/officeart/2005/8/layout/orgChart1"/>
    <dgm:cxn modelId="{6D7A3C92-7A96-45AB-ACDC-6E9D24422966}" type="presParOf" srcId="{0148FC67-AE2E-431E-9FD1-FA7B03CEA195}" destId="{662FC3EF-257B-43DB-A6BA-7C1B9EC2A283}" srcOrd="1" destOrd="0" presId="urn:microsoft.com/office/officeart/2005/8/layout/orgChart1"/>
    <dgm:cxn modelId="{D7AE9001-51AA-4F8E-8B75-B46C89E99D75}" type="presParOf" srcId="{662FC3EF-257B-43DB-A6BA-7C1B9EC2A283}" destId="{C4725B92-46BE-4BE2-B7B2-E9AB529AB068}" srcOrd="0" destOrd="0" presId="urn:microsoft.com/office/officeart/2005/8/layout/orgChart1"/>
    <dgm:cxn modelId="{DB173C2E-8733-4AE5-8F08-629ED1D290C5}" type="presParOf" srcId="{662FC3EF-257B-43DB-A6BA-7C1B9EC2A283}" destId="{62F37BE1-FCA0-4620-A5C0-2257EDDEF97B}" srcOrd="1" destOrd="0" presId="urn:microsoft.com/office/officeart/2005/8/layout/orgChart1"/>
    <dgm:cxn modelId="{99E8462C-75C1-43BD-B722-90E9361709EC}" type="presParOf" srcId="{62F37BE1-FCA0-4620-A5C0-2257EDDEF97B}" destId="{B1EEA2E1-7A59-4B71-BFC4-F893D693D247}" srcOrd="0" destOrd="0" presId="urn:microsoft.com/office/officeart/2005/8/layout/orgChart1"/>
    <dgm:cxn modelId="{20F94592-929F-41DE-B77F-A95EC6F2B53D}" type="presParOf" srcId="{B1EEA2E1-7A59-4B71-BFC4-F893D693D247}" destId="{995FEE91-E9D6-498D-BED2-1B40B5163910}" srcOrd="0" destOrd="0" presId="urn:microsoft.com/office/officeart/2005/8/layout/orgChart1"/>
    <dgm:cxn modelId="{6C052CC7-7900-4486-B328-0EB69641B26C}" type="presParOf" srcId="{B1EEA2E1-7A59-4B71-BFC4-F893D693D247}" destId="{D22A4B5A-E853-43BC-99E8-626003F538DC}" srcOrd="1" destOrd="0" presId="urn:microsoft.com/office/officeart/2005/8/layout/orgChart1"/>
    <dgm:cxn modelId="{7F1D8AD6-85B2-47D2-A801-D38A83910622}" type="presParOf" srcId="{62F37BE1-FCA0-4620-A5C0-2257EDDEF97B}" destId="{C298B33B-170C-4733-B14E-BB0EFF13BF33}" srcOrd="1" destOrd="0" presId="urn:microsoft.com/office/officeart/2005/8/layout/orgChart1"/>
    <dgm:cxn modelId="{374379D5-B2D5-4633-892D-ED0F7F7E6AB9}" type="presParOf" srcId="{62F37BE1-FCA0-4620-A5C0-2257EDDEF97B}" destId="{8FA43E11-620F-4625-A374-923AC25D1605}" srcOrd="2" destOrd="0" presId="urn:microsoft.com/office/officeart/2005/8/layout/orgChart1"/>
    <dgm:cxn modelId="{8EFFCB30-1021-4F0A-B63C-45736FC92FCB}" type="presParOf" srcId="{0148FC67-AE2E-431E-9FD1-FA7B03CEA195}" destId="{9C453B01-AC32-41BC-97B7-C7BDD0591EC5}" srcOrd="2" destOrd="0" presId="urn:microsoft.com/office/officeart/2005/8/layout/orgChart1"/>
    <dgm:cxn modelId="{E3B5D732-0B05-4180-8432-9B53083E2019}" type="presParOf" srcId="{A9E44B90-DEC5-449A-9613-514BF3E717EB}" destId="{33AEE5D6-3F21-46B7-B132-2C6D6EB91EE6}" srcOrd="2" destOrd="0" presId="urn:microsoft.com/office/officeart/2005/8/layout/orgChart1"/>
    <dgm:cxn modelId="{FB752DAE-1FD2-4E92-9188-FCD0CC68631A}" type="presParOf" srcId="{4E646BF3-7364-4ABE-897B-293F16926472}" destId="{7A33EA23-5E55-428A-95A4-581508402AE6}" srcOrd="2" destOrd="0" presId="urn:microsoft.com/office/officeart/2005/8/layout/orgChart1"/>
    <dgm:cxn modelId="{8FAC8E50-2EB6-4B8D-9D52-110AC6E3A560}" type="presParOf" srcId="{1A6F523B-03AB-442A-B5D6-502980196691}" destId="{9BFDCBE1-FB73-49A5-8B45-FF9ABD2173B2}" srcOrd="2" destOrd="0" presId="urn:microsoft.com/office/officeart/2005/8/layout/orgChart1"/>
    <dgm:cxn modelId="{0FABF254-D00D-4D3B-9FD5-B153976DDF51}" type="presParOf" srcId="{50B02DC1-DB50-4B1F-9EA6-31C8C87FEE83}" destId="{8D0779CC-67D4-4C37-9A7C-3BC7E06311AE}" srcOrd="2" destOrd="0" presId="urn:microsoft.com/office/officeart/2005/8/layout/orgChart1"/>
    <dgm:cxn modelId="{BA29A746-F42C-4FE9-88DF-82F432A86A25}" type="presParOf" srcId="{B2E53A43-6A87-459D-A8E7-7036027FA7D4}" destId="{822FEB42-1BD9-4A4C-969F-AD78025619FD}" srcOrd="2" destOrd="0" presId="urn:microsoft.com/office/officeart/2005/8/layout/orgChart1"/>
    <dgm:cxn modelId="{CA7C908C-4175-4336-AF3F-5A7B19A1E4B0}" type="presParOf" srcId="{1DD29F54-52EE-42D3-A393-708337750F49}" destId="{70EA76C1-7D4A-4035-87EC-298E85527434}" srcOrd="2" destOrd="0" presId="urn:microsoft.com/office/officeart/2005/8/layout/orgChart1"/>
    <dgm:cxn modelId="{ABF70085-9D74-4C38-BCC5-295A697414FA}" type="presParOf" srcId="{38A0A94B-573A-4D56-ABAF-E04E47CD198A}" destId="{6201F04B-6E22-4112-A597-D19697DCA4C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25B92-46BE-4BE2-B7B2-E9AB529AB068}">
      <dsp:nvSpPr>
        <dsp:cNvPr id="0" name=""/>
        <dsp:cNvSpPr/>
      </dsp:nvSpPr>
      <dsp:spPr>
        <a:xfrm>
          <a:off x="3500839" y="5724203"/>
          <a:ext cx="146224" cy="3152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5245"/>
              </a:lnTo>
              <a:lnTo>
                <a:pt x="146224" y="3152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154F65-F23D-4BEA-BD7A-AB40A3D6A866}">
      <dsp:nvSpPr>
        <dsp:cNvPr id="0" name=""/>
        <dsp:cNvSpPr/>
      </dsp:nvSpPr>
      <dsp:spPr>
        <a:xfrm>
          <a:off x="3845052" y="5032074"/>
          <a:ext cx="91440" cy="204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47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7326B3-90BA-4B2B-8701-469A227B8AB2}">
      <dsp:nvSpPr>
        <dsp:cNvPr id="0" name=""/>
        <dsp:cNvSpPr/>
      </dsp:nvSpPr>
      <dsp:spPr>
        <a:xfrm>
          <a:off x="3845052" y="4339944"/>
          <a:ext cx="91440" cy="204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47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97741-A874-456F-B8C1-1316E356B681}">
      <dsp:nvSpPr>
        <dsp:cNvPr id="0" name=""/>
        <dsp:cNvSpPr/>
      </dsp:nvSpPr>
      <dsp:spPr>
        <a:xfrm>
          <a:off x="3845052" y="3647815"/>
          <a:ext cx="91440" cy="204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47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9327D8-D458-4CFB-A51C-AB814209D8A4}">
      <dsp:nvSpPr>
        <dsp:cNvPr id="0" name=""/>
        <dsp:cNvSpPr/>
      </dsp:nvSpPr>
      <dsp:spPr>
        <a:xfrm>
          <a:off x="3845052" y="2955685"/>
          <a:ext cx="91440" cy="204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47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38FC2-6E55-48DE-B7E7-9B2B37CBE5F9}">
      <dsp:nvSpPr>
        <dsp:cNvPr id="0" name=""/>
        <dsp:cNvSpPr/>
      </dsp:nvSpPr>
      <dsp:spPr>
        <a:xfrm>
          <a:off x="3845052" y="2263556"/>
          <a:ext cx="91440" cy="204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47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8F8474-7577-41E3-A9DC-2D4E64CAE0BC}">
      <dsp:nvSpPr>
        <dsp:cNvPr id="0" name=""/>
        <dsp:cNvSpPr/>
      </dsp:nvSpPr>
      <dsp:spPr>
        <a:xfrm>
          <a:off x="3845051" y="1180198"/>
          <a:ext cx="91440" cy="204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47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CE91E4-B0A1-463C-9EDB-4747D1CD8B40}">
      <dsp:nvSpPr>
        <dsp:cNvPr id="0" name=""/>
        <dsp:cNvSpPr/>
      </dsp:nvSpPr>
      <dsp:spPr>
        <a:xfrm>
          <a:off x="3845051" y="488068"/>
          <a:ext cx="91440" cy="2047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47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2B2F0F-8504-4049-B6CC-3F756E1F1359}">
      <dsp:nvSpPr>
        <dsp:cNvPr id="0" name=""/>
        <dsp:cNvSpPr/>
      </dsp:nvSpPr>
      <dsp:spPr>
        <a:xfrm>
          <a:off x="3403356" y="653"/>
          <a:ext cx="974830" cy="4874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Start</a:t>
          </a:r>
          <a:endParaRPr lang="en-IN" sz="1700" kern="1200" dirty="0"/>
        </a:p>
      </dsp:txBody>
      <dsp:txXfrm>
        <a:off x="3403356" y="653"/>
        <a:ext cx="974830" cy="487415"/>
      </dsp:txXfrm>
    </dsp:sp>
    <dsp:sp modelId="{88C94903-9F11-468A-94E3-30533519DCBC}">
      <dsp:nvSpPr>
        <dsp:cNvPr id="0" name=""/>
        <dsp:cNvSpPr/>
      </dsp:nvSpPr>
      <dsp:spPr>
        <a:xfrm>
          <a:off x="2072698" y="692783"/>
          <a:ext cx="3636146" cy="4874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Preprocessing</a:t>
          </a:r>
          <a:br>
            <a:rPr lang="en-US" sz="1700" kern="1200" dirty="0"/>
          </a:br>
          <a:r>
            <a:rPr lang="en-US" sz="1700" kern="1200" dirty="0"/>
            <a:t>(Audio input) / (Text input) </a:t>
          </a:r>
          <a:endParaRPr lang="en-IN" sz="1700" kern="1200" dirty="0"/>
        </a:p>
      </dsp:txBody>
      <dsp:txXfrm>
        <a:off x="2072698" y="692783"/>
        <a:ext cx="3636146" cy="487415"/>
      </dsp:txXfrm>
    </dsp:sp>
    <dsp:sp modelId="{13D913C1-E269-46E3-A716-F539382A5FAD}">
      <dsp:nvSpPr>
        <dsp:cNvPr id="0" name=""/>
        <dsp:cNvSpPr/>
      </dsp:nvSpPr>
      <dsp:spPr>
        <a:xfrm>
          <a:off x="2303275" y="1384912"/>
          <a:ext cx="3174992" cy="878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Language Detection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(FastText Classification)</a:t>
          </a:r>
        </a:p>
      </dsp:txBody>
      <dsp:txXfrm>
        <a:off x="2303275" y="1384912"/>
        <a:ext cx="3174992" cy="878643"/>
      </dsp:txXfrm>
    </dsp:sp>
    <dsp:sp modelId="{BBD67DA3-31D1-4521-A220-917E71B62E42}">
      <dsp:nvSpPr>
        <dsp:cNvPr id="0" name=""/>
        <dsp:cNvSpPr/>
      </dsp:nvSpPr>
      <dsp:spPr>
        <a:xfrm>
          <a:off x="2796447" y="2468270"/>
          <a:ext cx="2188649" cy="4874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Load the Model</a:t>
          </a:r>
          <a:endParaRPr lang="en-IN" sz="1700" kern="1200" dirty="0"/>
        </a:p>
      </dsp:txBody>
      <dsp:txXfrm>
        <a:off x="2796447" y="2468270"/>
        <a:ext cx="2188649" cy="487415"/>
      </dsp:txXfrm>
    </dsp:sp>
    <dsp:sp modelId="{D3EC5756-88FA-4E24-A95F-504DCD319A77}">
      <dsp:nvSpPr>
        <dsp:cNvPr id="0" name=""/>
        <dsp:cNvSpPr/>
      </dsp:nvSpPr>
      <dsp:spPr>
        <a:xfrm>
          <a:off x="2505396" y="3160400"/>
          <a:ext cx="2770750" cy="4874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Aspect – Detection</a:t>
          </a:r>
          <a:endParaRPr lang="en-IN" sz="1700" kern="1200" dirty="0"/>
        </a:p>
      </dsp:txBody>
      <dsp:txXfrm>
        <a:off x="2505396" y="3160400"/>
        <a:ext cx="2770750" cy="487415"/>
      </dsp:txXfrm>
    </dsp:sp>
    <dsp:sp modelId="{01057F20-5148-458A-AF98-4A40FDE98E7A}">
      <dsp:nvSpPr>
        <dsp:cNvPr id="0" name=""/>
        <dsp:cNvSpPr/>
      </dsp:nvSpPr>
      <dsp:spPr>
        <a:xfrm>
          <a:off x="1987966" y="3852529"/>
          <a:ext cx="3805610" cy="4874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Save the output</a:t>
          </a:r>
          <a:endParaRPr lang="en-IN" sz="1700" kern="1200" dirty="0"/>
        </a:p>
      </dsp:txBody>
      <dsp:txXfrm>
        <a:off x="1987966" y="3852529"/>
        <a:ext cx="3805610" cy="487415"/>
      </dsp:txXfrm>
    </dsp:sp>
    <dsp:sp modelId="{B01CB762-C3F3-4D79-AC05-23D0862F1921}">
      <dsp:nvSpPr>
        <dsp:cNvPr id="0" name=""/>
        <dsp:cNvSpPr/>
      </dsp:nvSpPr>
      <dsp:spPr>
        <a:xfrm>
          <a:off x="2489224" y="4544659"/>
          <a:ext cx="2803095" cy="4874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Error Handling</a:t>
          </a:r>
          <a:endParaRPr lang="en-IN" sz="1700" kern="1200" dirty="0"/>
        </a:p>
      </dsp:txBody>
      <dsp:txXfrm>
        <a:off x="2489224" y="4544659"/>
        <a:ext cx="2803095" cy="487415"/>
      </dsp:txXfrm>
    </dsp:sp>
    <dsp:sp modelId="{798AF9BA-020A-4541-A5BF-381A67974FC3}">
      <dsp:nvSpPr>
        <dsp:cNvPr id="0" name=""/>
        <dsp:cNvSpPr/>
      </dsp:nvSpPr>
      <dsp:spPr>
        <a:xfrm>
          <a:off x="3403356" y="5236788"/>
          <a:ext cx="974830" cy="4874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End</a:t>
          </a:r>
          <a:endParaRPr lang="en-IN" sz="1700" kern="1200" dirty="0"/>
        </a:p>
      </dsp:txBody>
      <dsp:txXfrm>
        <a:off x="3403356" y="5236788"/>
        <a:ext cx="974830" cy="487415"/>
      </dsp:txXfrm>
    </dsp:sp>
    <dsp:sp modelId="{995FEE91-E9D6-498D-BED2-1B40B5163910}">
      <dsp:nvSpPr>
        <dsp:cNvPr id="0" name=""/>
        <dsp:cNvSpPr/>
      </dsp:nvSpPr>
      <dsp:spPr>
        <a:xfrm>
          <a:off x="3647064" y="5928918"/>
          <a:ext cx="308260" cy="221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</dsp:txBody>
      <dsp:txXfrm>
        <a:off x="3647064" y="5928918"/>
        <a:ext cx="308260" cy="221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5/12/2025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5/12/2025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uthwik/Aspect-Based-Sentiment-Analysis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208" y="4106174"/>
            <a:ext cx="7194430" cy="2337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spc="-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US" sz="2800" dirty="0">
                <a:solidFill>
                  <a:srgbClr val="F0F6FC"/>
                </a:solidFill>
                <a:latin typeface="-apple-system"/>
              </a:rPr>
              <a:t>Group Members :-</a:t>
            </a:r>
            <a:br>
              <a:rPr lang="en-US" sz="2800" dirty="0">
                <a:solidFill>
                  <a:srgbClr val="F0F6FC"/>
                </a:solidFill>
                <a:latin typeface="-apple-system"/>
              </a:rPr>
            </a:br>
            <a:r>
              <a:rPr lang="en-US" sz="2800" dirty="0">
                <a:solidFill>
                  <a:srgbClr val="F0F6FC"/>
                </a:solidFill>
                <a:latin typeface="-apple-system"/>
              </a:rPr>
              <a:t>                                         Mihir Hajare                   U23AI092</a:t>
            </a:r>
            <a:br>
              <a:rPr lang="en-US" sz="2800" dirty="0">
                <a:solidFill>
                  <a:srgbClr val="F0F6FC"/>
                </a:solidFill>
                <a:latin typeface="-apple-system"/>
              </a:rPr>
            </a:br>
            <a:r>
              <a:rPr lang="en-US" sz="2800" dirty="0">
                <a:solidFill>
                  <a:srgbClr val="F0F6FC"/>
                </a:solidFill>
                <a:latin typeface="-apple-system"/>
              </a:rPr>
              <a:t>                                         Meraj Alam                     U23AI094</a:t>
            </a:r>
            <a:br>
              <a:rPr lang="en-US" sz="2800" dirty="0">
                <a:solidFill>
                  <a:srgbClr val="F0F6FC"/>
                </a:solidFill>
                <a:latin typeface="-apple-system"/>
              </a:rPr>
            </a:br>
            <a:r>
              <a:rPr lang="en-US" sz="2800" dirty="0">
                <a:solidFill>
                  <a:srgbClr val="F0F6FC"/>
                </a:solidFill>
                <a:latin typeface="-apple-system"/>
              </a:rPr>
              <a:t>                                         Anshul Reddy Kotha   U23AI107</a:t>
            </a:r>
            <a:endParaRPr lang="en-IN" sz="2800" b="1" i="0" dirty="0">
              <a:solidFill>
                <a:srgbClr val="F0F6FC"/>
              </a:solidFill>
              <a:effectLst/>
              <a:latin typeface="-apple-system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0521AA-9AA9-6679-938B-4C8BA45F43EE}"/>
              </a:ext>
            </a:extLst>
          </p:cNvPr>
          <p:cNvSpPr txBox="1">
            <a:spLocks/>
          </p:cNvSpPr>
          <p:nvPr/>
        </p:nvSpPr>
        <p:spPr>
          <a:xfrm>
            <a:off x="2913887" y="1670649"/>
            <a:ext cx="7900761" cy="21210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800" b="1" kern="1200" spc="-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6000" dirty="0"/>
              <a:t>Aspect Detection from </a:t>
            </a:r>
          </a:p>
          <a:p>
            <a:pPr>
              <a:spcAft>
                <a:spcPts val="1200"/>
              </a:spcAft>
            </a:pPr>
            <a:r>
              <a:rPr lang="en-US" sz="6000" dirty="0"/>
              <a:t>Multilingual  Reviews</a:t>
            </a:r>
            <a:endParaRPr lang="en-IN" sz="16600" dirty="0">
              <a:solidFill>
                <a:srgbClr val="F0F6FC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436" y="668547"/>
            <a:ext cx="7781544" cy="859055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28C74B5-C6E2-07D8-F86D-FB687F542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30" y="2589283"/>
            <a:ext cx="935965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The project aims to detect specific aspects (e.g., battery, camera, </a:t>
            </a:r>
            <a:r>
              <a:rPr lang="en-US" altLang="en-US" sz="2000" dirty="0">
                <a:solidFill>
                  <a:schemeClr val="bg1"/>
                </a:solidFill>
                <a:latin typeface="Trebuchet MS (Headings)"/>
              </a:rPr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erformance)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bg1"/>
                </a:solidFill>
                <a:latin typeface="Trebuchet MS (Headings)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mentioned in mobile product reviews written in multiple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It focuses solely on extracting aspect terms, not classifying sentiment.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The system processes multilingual datasets including Hindi, Marathi, Telugu,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bg1"/>
                </a:solidFill>
                <a:latin typeface="Trebuchet MS (Headings)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and English.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Natural Language Processing (NLP) techniques such as tokenization,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bg1"/>
                </a:solidFill>
                <a:latin typeface="Trebuchet MS (Headings)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POS dftagging, and sequence labeling are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The outcome enables deeper analysis of user concerns across diverse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  linguistic regions for mobile product improvement.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2C9B6F-C239-0423-D0F2-4D111110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543E2C-3F5F-C1FC-D313-E33D1C3A9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504" y="642668"/>
            <a:ext cx="7781544" cy="859055"/>
          </a:xfrm>
        </p:spPr>
        <p:txBody>
          <a:bodyPr/>
          <a:lstStyle/>
          <a:p>
            <a:r>
              <a:rPr lang="en-US" dirty="0"/>
              <a:t>Aspects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6B8FF-2D40-66D9-3A05-56B661736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43" y="1858273"/>
            <a:ext cx="3168769" cy="1980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27C9CB-D095-63A4-8365-0799EED92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088" y="1841020"/>
            <a:ext cx="3079630" cy="19804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E3ACFE-E7AD-9D79-26B1-30A8402CF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094" y="1841020"/>
            <a:ext cx="2924355" cy="1980481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CA4ACCD9-2D07-26D5-6EF6-C35111ACD058}"/>
              </a:ext>
            </a:extLst>
          </p:cNvPr>
          <p:cNvSpPr txBox="1">
            <a:spLocks/>
          </p:cNvSpPr>
          <p:nvPr/>
        </p:nvSpPr>
        <p:spPr>
          <a:xfrm>
            <a:off x="3929792" y="3909204"/>
            <a:ext cx="3967059" cy="13442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Total aspect count - 6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0930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🧠 </a:t>
            </a:r>
            <a:r>
              <a:rPr lang="en-US" b="1" dirty="0"/>
              <a:t>Main AI &amp; NLP Concepts Used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Multilingual Language Detection</a:t>
            </a:r>
            <a:r>
              <a:rPr lang="en-US" dirty="0"/>
              <a:t>: via </a:t>
            </a:r>
            <a:r>
              <a:rPr lang="en-US" b="1" dirty="0"/>
              <a:t>FastText</a:t>
            </a:r>
            <a:r>
              <a:rPr lang="en-US" dirty="0"/>
              <a:t>, trained to identify languages.</a:t>
            </a:r>
          </a:p>
        </p:txBody>
      </p:sp>
      <p:pic>
        <p:nvPicPr>
          <p:cNvPr id="27" name="Picture Placeholder 26" descr="Chat with solid fill">
            <a:extLst>
              <a:ext uri="{FF2B5EF4-FFF2-40B4-BE49-F238E27FC236}">
                <a16:creationId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b="1" dirty="0"/>
              <a:t>Speech-to-Text (ASR)</a:t>
            </a:r>
            <a:r>
              <a:rPr lang="en-US" dirty="0"/>
              <a:t>: via </a:t>
            </a:r>
            <a:r>
              <a:rPr lang="en-US" b="1" dirty="0"/>
              <a:t>OpenAI Whisper</a:t>
            </a:r>
            <a:r>
              <a:rPr lang="en-US" dirty="0"/>
              <a:t>, limited here to Hindi transcription</a:t>
            </a:r>
          </a:p>
        </p:txBody>
      </p:sp>
      <p:pic>
        <p:nvPicPr>
          <p:cNvPr id="29" name="Picture Placeholder 28" descr="Chat bubble with solid fill">
            <a:extLst>
              <a:ext uri="{FF2B5EF4-FFF2-40B4-BE49-F238E27FC236}">
                <a16:creationId xmlns:a16="http://schemas.microsoft.com/office/drawing/2014/main" id="{9E5BF01B-21D6-4D43-9CAE-0298685C1A7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b="1" dirty="0"/>
              <a:t>Text Vectorization</a:t>
            </a:r>
            <a:r>
              <a:rPr lang="en-US" dirty="0"/>
              <a:t>: converting text into numerical features using </a:t>
            </a:r>
            <a:r>
              <a:rPr lang="en-US" b="1" dirty="0"/>
              <a:t>word and character vectorizers</a:t>
            </a:r>
            <a:r>
              <a:rPr lang="en-US" dirty="0"/>
              <a:t>.</a:t>
            </a:r>
          </a:p>
        </p:txBody>
      </p:sp>
      <p:pic>
        <p:nvPicPr>
          <p:cNvPr id="31" name="Picture Placeholder 30" descr="Angel face with solid fill with solid fill">
            <a:extLst>
              <a:ext uri="{FF2B5EF4-FFF2-40B4-BE49-F238E27FC236}">
                <a16:creationId xmlns:a16="http://schemas.microsoft.com/office/drawing/2014/main" id="{089E8AB6-C16E-4752-810F-8F98DB929D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2028482" cy="1463040"/>
          </a:xfrm>
        </p:spPr>
        <p:txBody>
          <a:bodyPr/>
          <a:lstStyle/>
          <a:p>
            <a:r>
              <a:rPr lang="en-IN" b="1" dirty="0"/>
              <a:t>Aspect Classification</a:t>
            </a:r>
            <a:r>
              <a:rPr lang="en-IN" dirty="0"/>
              <a:t>: using a </a:t>
            </a:r>
            <a:r>
              <a:rPr lang="en-IN" b="1" dirty="0"/>
              <a:t>Support Vector Machine (SVM)</a:t>
            </a:r>
            <a:r>
              <a:rPr lang="en-IN" dirty="0"/>
              <a:t> classifier trained per language.</a:t>
            </a:r>
            <a:endParaRPr lang="en-US" dirty="0"/>
          </a:p>
        </p:txBody>
      </p:sp>
      <p:pic>
        <p:nvPicPr>
          <p:cNvPr id="33" name="Picture Placeholder 32" descr="Internet with solid fill">
            <a:extLst>
              <a:ext uri="{FF2B5EF4-FFF2-40B4-BE49-F238E27FC236}">
                <a16:creationId xmlns:a16="http://schemas.microsoft.com/office/drawing/2014/main" id="{CC9DBBE5-5AD0-41E8-A719-84509E5D9F9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D05A34F-7712-46DB-AB5B-272E294B62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b="1" dirty="0"/>
              <a:t>Web Service Interface</a:t>
            </a:r>
            <a:r>
              <a:rPr lang="en-US" dirty="0"/>
              <a:t>: with </a:t>
            </a:r>
            <a:r>
              <a:rPr lang="en-US" b="1" dirty="0"/>
              <a:t>Flask</a:t>
            </a:r>
            <a:r>
              <a:rPr lang="en-US" dirty="0"/>
              <a:t> serving routes for user interaction.</a:t>
            </a:r>
          </a:p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5" name="Picture Placeholder 24" descr="Call center with solid fill">
            <a:extLst>
              <a:ext uri="{FF2B5EF4-FFF2-40B4-BE49-F238E27FC236}">
                <a16:creationId xmlns:a16="http://schemas.microsoft.com/office/drawing/2014/main" id="{C03AAFA7-022A-47F8-9DA1-7DC3897D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78212" y="2096716"/>
            <a:ext cx="1259505" cy="1259505"/>
          </a:xfrm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5790-25D7-1526-6899-27999205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Dataset Creation 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6C14A3-1A98-AB15-8037-20F6D1B3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1A70A4-984D-B631-AFD7-221C533D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08" y="2609082"/>
            <a:ext cx="1108059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Used hugging face model</a:t>
            </a:r>
            <a:r>
              <a:rPr kumimoji="0" lang="en-US" altLang="en-US" sz="2000" b="0" i="0" u="none" cap="none" normalizeH="0" baseline="3000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 to convert the hindi dataset</a:t>
            </a:r>
            <a:r>
              <a:rPr lang="en-US" altLang="en-US" sz="2000" baseline="30000" dirty="0">
                <a:solidFill>
                  <a:schemeClr val="bg1"/>
                </a:solidFill>
                <a:latin typeface="Trebuchet MS (Headings)"/>
              </a:rPr>
              <a:t>2</a:t>
            </a:r>
            <a:r>
              <a:rPr kumimoji="0" lang="en-US" altLang="en-US" sz="2000" b="0" i="0" u="none" strike="noStrike" cap="none" normalizeH="0" baseline="3000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 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into new datasets of Marathi , Telugu.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solidFill>
                  <a:schemeClr val="bg1"/>
                </a:solidFill>
                <a:latin typeface="Trebuchet MS (Headings)"/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Telugu and Marathi datasets serve as new data for aspect detection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We use Kaggle  </a:t>
            </a:r>
            <a:r>
              <a:rPr lang="en-US" altLang="en-US" sz="2000" dirty="0">
                <a:solidFill>
                  <a:schemeClr val="bg1"/>
                </a:solidFill>
                <a:latin typeface="Trebuchet MS (Headings)"/>
              </a:rPr>
              <a:t>, (due to GPU limitations) , load the model , training of the model</a:t>
            </a:r>
            <a:br>
              <a:rPr lang="en-US" altLang="en-US" sz="2000" dirty="0">
                <a:solidFill>
                  <a:schemeClr val="bg1"/>
                </a:solidFill>
                <a:latin typeface="Trebuchet MS (Headings)"/>
              </a:rPr>
            </a:br>
            <a:r>
              <a:rPr lang="en-US" altLang="en-US" sz="2000" dirty="0">
                <a:solidFill>
                  <a:schemeClr val="bg1"/>
                </a:solidFill>
                <a:latin typeface="Trebuchet MS (Headings)"/>
              </a:rPr>
              <a:t>                   (Indic trans v2 indic -  indic)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FD1C926-2B08-2A65-75AE-BCC4D894E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63" y="5463148"/>
            <a:ext cx="974638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For model refer https://huggingface.co/ai4bharat/indictrans2-indic-indic-dist-320M</a:t>
            </a:r>
            <a:endParaRPr lang="en-US" altLang="en-US" sz="2000" dirty="0">
              <a:solidFill>
                <a:schemeClr val="bg1"/>
              </a:solidFill>
              <a:latin typeface="Trebuchet MS (Headings)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altLang="en-US" sz="2000" dirty="0">
                <a:solidFill>
                  <a:schemeClr val="bg1"/>
                </a:solidFill>
                <a:latin typeface="Trebuchet MS (Headings)"/>
              </a:rPr>
              <a:t>For this refer </a:t>
            </a:r>
            <a:r>
              <a:rPr lang="en-US" altLang="en-US" sz="2000" dirty="0">
                <a:solidFill>
                  <a:schemeClr val="bg1"/>
                </a:solidFill>
                <a:latin typeface="Trebuchet MS (Headings)"/>
                <a:hlinkClick r:id="rId2"/>
              </a:rPr>
              <a:t>https://github.com/Pruthwik/Aspect-Based-Sentiment-Analysis</a:t>
            </a:r>
            <a:endParaRPr lang="en-US" altLang="en-US" sz="2000" dirty="0">
              <a:solidFill>
                <a:schemeClr val="bg1"/>
              </a:solidFill>
              <a:latin typeface="Trebuchet MS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90005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34" y="366623"/>
            <a:ext cx="7781544" cy="859055"/>
          </a:xfrm>
        </p:spPr>
        <p:txBody>
          <a:bodyPr/>
          <a:lstStyle/>
          <a:p>
            <a:r>
              <a:rPr lang="en-US" dirty="0"/>
              <a:t>Flowchart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38CD508-8D76-289C-C950-D86CB6376A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156935"/>
              </p:ext>
            </p:extLst>
          </p:nvPr>
        </p:nvGraphicFramePr>
        <p:xfrm>
          <a:off x="2205037" y="707367"/>
          <a:ext cx="7781544" cy="6150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Preprocessing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5EA2DC-9AA4-54B1-FD76-89F498BACACF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03517" y="1465747"/>
            <a:ext cx="10213675" cy="46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Text Input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model starts by receiving input in text form (either transcribed audio or direct text upload).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the input is audio, it is first transcribed into text using the Whisper model.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Text Cleaning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cs typeface="Arial"/>
              </a:rPr>
              <a:t>The text is processed to remove any unnecessary characters, whitespace, and special symbols to prepare it for feature extraction.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text is split into individual words (or tokens), which are then analyzed separately to capture their meaning.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For audio files: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      -- FFmpeg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converts audio to WAV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      -- Whisper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transcribes Hindi/Marathi/Telugu speech to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For both text and transcribed input: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      -- FastText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detects the language (Hindi, Marathi, or Telugu)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      -- Based on the language, specific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SVM classifiers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TF vectorizers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Trebuchet MS (Headings)"/>
              </a:rPr>
              <a:t>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(word and character level) are loaded.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Sentiment prediction is then performed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SciPy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for feature combination.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rebuchet MS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Detection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-90337" y="1482756"/>
            <a:ext cx="5157787" cy="823912"/>
          </a:xfrm>
        </p:spPr>
        <p:txBody>
          <a:bodyPr/>
          <a:lstStyle/>
          <a:p>
            <a:r>
              <a:rPr lang="en-US" dirty="0"/>
              <a:t>Important points to be noted: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B889306-CE5A-5E79-58DE-CB42DE8E9E0C}"/>
              </a:ext>
            </a:extLst>
          </p:cNvPr>
          <p:cNvSpPr>
            <a:spLocks noGrp="1" noChangeArrowheads="1"/>
          </p:cNvSpPr>
          <p:nvPr>
            <p:ph type="body" sz="quarter" idx="2"/>
          </p:nvPr>
        </p:nvSpPr>
        <p:spPr bwMode="auto">
          <a:xfrm>
            <a:off x="591149" y="2495882"/>
            <a:ext cx="1005384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No transliteration is performed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The input (whether audio or text) is expected to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in native scripts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(e.g., Devanagari for Hindi).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Whisper transcribes directly into Hindi script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, not Romanized Hindi.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FastText model and SVM classifiers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 are trained on text in native scripts, so transliteration is not needed or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rebuchet MS (Headings)"/>
              </a:rPr>
              <a:t>FastText is trained on a variety of language data and can often identify languages even when not in their native script, especially for commonly Romanized languages like Hindi etc.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Extraction &amp; Aspect Prediction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4BA19B8-7B67-B3A4-A25D-A8264E5F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963544"/>
            <a:ext cx="10735334" cy="5094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Trebuchet MS (Headings)"/>
              </a:rPr>
              <a:t>Word-Level TF Extraction</a:t>
            </a:r>
            <a:r>
              <a:rPr lang="en-US" sz="1600" dirty="0">
                <a:solidFill>
                  <a:schemeClr val="bg1"/>
                </a:solidFill>
                <a:latin typeface="Trebuchet MS (Headings)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 (Headings)"/>
              </a:rPr>
              <a:t>Each word in the input text is converted into numerical features using Term Frequency (TF), which counts word occurrences and normalizes them by the total number of words.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 (Headings)"/>
              </a:rPr>
              <a:t>This helps capture the importance of each word for sentiment analysis.</a:t>
            </a: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Trebuchet MS (Headings)"/>
              </a:rPr>
              <a:t>Character-Level TF Extraction</a:t>
            </a:r>
            <a:r>
              <a:rPr lang="en-US" sz="1600" dirty="0">
                <a:solidFill>
                  <a:schemeClr val="bg1"/>
                </a:solidFill>
                <a:latin typeface="Trebuchet MS (Headings)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 (Headings)"/>
              </a:rPr>
              <a:t>In addition to word-level features, the model also extracts character-level features, capturing sub-word structures like prefixes and suffixes.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 (Headings)"/>
              </a:rPr>
              <a:t>This helps handle variations in word forms, including misspellings.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Combining 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    Both word-level and character-level TF features are combined into a single feature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solidFill>
                  <a:schemeClr val="bg1"/>
                </a:solidFill>
                <a:latin typeface="Trebuchet MS (Headings)"/>
              </a:rPr>
              <a:t>      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ector using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scipy.sparse.hstack()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, creating a richer representation of the text.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rebuchet MS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rebuchet MS (Headings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Trebuchet MS (Headings)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Trebuchet MS (Headings)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Trebuchet MS (Headings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dirty="0">
              <a:solidFill>
                <a:schemeClr val="bg1"/>
              </a:solidFill>
              <a:latin typeface="Trebuchet MS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Aspect Prediction Using SVM Classifier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5057" y="1561381"/>
            <a:ext cx="9599043" cy="4141752"/>
          </a:xfrm>
        </p:spPr>
        <p:txBody>
          <a:bodyPr vert="horz" lIns="0" tIns="0" rIns="0" bIns="0" rtlCol="0" anchor="t">
            <a:noAutofit/>
          </a:bodyPr>
          <a:lstStyle/>
          <a:p>
            <a:pPr>
              <a:buNone/>
            </a:pPr>
            <a:r>
              <a:rPr lang="en-US" sz="1800" b="1" dirty="0">
                <a:latin typeface="Trebuchet MS (Headings)"/>
              </a:rPr>
              <a:t> </a:t>
            </a:r>
          </a:p>
          <a:p>
            <a:pPr>
              <a:buNone/>
            </a:pPr>
            <a:r>
              <a:rPr lang="en-US" sz="1800" b="1" dirty="0">
                <a:latin typeface="Trebuchet MS (Headings)"/>
              </a:rPr>
              <a:t>SVM Classifier</a:t>
            </a:r>
            <a:r>
              <a:rPr lang="en-US" sz="1800" dirty="0">
                <a:latin typeface="Trebuchet MS (Headings)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 (Headings)"/>
              </a:rPr>
              <a:t>The combined feature vector is passed into a pre-trained SVM (Support Vector Machine) classifier, which categorizes the text into aspects: camera , body  , or perfection etc.</a:t>
            </a:r>
          </a:p>
          <a:p>
            <a:pPr>
              <a:buNone/>
            </a:pPr>
            <a:r>
              <a:rPr lang="en-US" sz="1800" b="1" dirty="0">
                <a:latin typeface="Trebuchet MS (Headings)"/>
              </a:rPr>
              <a:t>Why SVM?</a:t>
            </a:r>
            <a:endParaRPr lang="en-US" sz="1800" dirty="0">
              <a:latin typeface="Trebuchet MS (Headings)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 (Headings)"/>
                <a:cs typeface="Arial"/>
              </a:rPr>
              <a:t>SVM is ideal for text classification tasks as it works well with high-dimensional data and identifies the optimal separation between aspect classes.</a:t>
            </a:r>
          </a:p>
          <a:p>
            <a:pPr>
              <a:buNone/>
            </a:pPr>
            <a:r>
              <a:rPr lang="en-US" sz="1800" b="1" dirty="0">
                <a:latin typeface="Trebuchet MS (Headings)"/>
              </a:rPr>
              <a:t>Prediction Process</a:t>
            </a:r>
            <a:r>
              <a:rPr lang="en-US" sz="1800" dirty="0">
                <a:latin typeface="Trebuchet MS (Headings)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 (Headings)"/>
              </a:rPr>
              <a:t>For each line or word in the input, the model predicts a aspect class based on patterns learned during training, producing a final aspect output.</a:t>
            </a:r>
          </a:p>
          <a:p>
            <a:endParaRPr lang="en-US" sz="1800" dirty="0">
              <a:latin typeface="Trebuchet MS (Headings)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 Generation: Storing Predictions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3BFCE3F3-CE32-B004-5CBD-2330CE646575}"/>
              </a:ext>
            </a:extLst>
          </p:cNvPr>
          <p:cNvSpPr txBox="1">
            <a:spLocks/>
          </p:cNvSpPr>
          <p:nvPr/>
        </p:nvSpPr>
        <p:spPr>
          <a:xfrm>
            <a:off x="345057" y="1561381"/>
            <a:ext cx="9599043" cy="41417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latin typeface="Trebuchet MS (Headings)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5E9A6BD-2A56-2C29-94BB-23D9D5513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056" y="2134694"/>
            <a:ext cx="1150188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Generating Predictions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After aspect prediction, the output is a list of predicted sentiment labels (camera, body , 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bg1"/>
                </a:solidFill>
                <a:latin typeface="Trebuchet MS (Headings)"/>
              </a:rPr>
              <a:t>  battery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) for each line or word in the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These predictions are stored in a text file (test-predictions.txt)</a:t>
            </a:r>
            <a:r>
              <a:rPr lang="en-US" altLang="en-US" sz="900" dirty="0">
                <a:solidFill>
                  <a:schemeClr val="bg1"/>
                </a:solidFill>
                <a:latin typeface="Trebuchet MS (Headings)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rebuchet MS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Storing the predictions in a text file allows for easy access and download.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It also provides a simple way for users to review the results of the sentiment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Making the File Available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The generated test-predictions.txt file is made available for download via the Flask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rebuchet MS (Headings)"/>
              </a:rPr>
              <a:t>The user can download the file and use it for further analysis or review.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rebuchet MS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Representation of Testing Data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74E6AD-2CA5-D23D-69CE-24BD3350B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068" y="1417754"/>
            <a:ext cx="3319937" cy="2724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79204D-808F-8E18-147D-B46940067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663" y="1407308"/>
            <a:ext cx="3319937" cy="27351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11E544-C2A9-91EE-53EA-0DFE95079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48" y="1417754"/>
            <a:ext cx="3352763" cy="2724745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C1581340-2ACB-6072-DFCB-652B0C924E64}"/>
              </a:ext>
            </a:extLst>
          </p:cNvPr>
          <p:cNvSpPr txBox="1">
            <a:spLocks/>
          </p:cNvSpPr>
          <p:nvPr/>
        </p:nvSpPr>
        <p:spPr>
          <a:xfrm>
            <a:off x="967836" y="4577606"/>
            <a:ext cx="2042784" cy="3416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Telugu Model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50A31941-F3EE-76A1-2341-7E4AB65509AC}"/>
              </a:ext>
            </a:extLst>
          </p:cNvPr>
          <p:cNvSpPr txBox="1">
            <a:spLocks/>
          </p:cNvSpPr>
          <p:nvPr/>
        </p:nvSpPr>
        <p:spPr>
          <a:xfrm>
            <a:off x="4902644" y="4577606"/>
            <a:ext cx="2042784" cy="3416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Hindi Model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C49BC28C-D771-4593-8C87-FEDB3ED62427}"/>
              </a:ext>
            </a:extLst>
          </p:cNvPr>
          <p:cNvSpPr txBox="1">
            <a:spLocks/>
          </p:cNvSpPr>
          <p:nvPr/>
        </p:nvSpPr>
        <p:spPr>
          <a:xfrm>
            <a:off x="9536742" y="4577606"/>
            <a:ext cx="2042784" cy="3416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Marathi Model</a:t>
            </a: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9A89-3AB6-2626-E39F-2136B0AA1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/>
          <a:lstStyle/>
          <a:p>
            <a:r>
              <a:rPr lang="en-US" b="1" dirty="0"/>
              <a:t>High-Accuracy Performance on Multilingual Aspect Detection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5F528-F038-FEFC-FFB2-03E51B15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762D65-14AC-3AB2-0E22-9710FAC005D1}"/>
              </a:ext>
            </a:extLst>
          </p:cNvPr>
          <p:cNvSpPr txBox="1">
            <a:spLocks/>
          </p:cNvSpPr>
          <p:nvPr/>
        </p:nvSpPr>
        <p:spPr>
          <a:xfrm>
            <a:off x="7461848" y="3318389"/>
            <a:ext cx="4435415" cy="6463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Only for depiction purpose , we have shown for hindi model (training data).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0F3C4-5A28-E4AC-A1CA-C5F53F5E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6" y="1835989"/>
            <a:ext cx="5474920" cy="346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069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331</TotalTime>
  <Words>974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-apple-system</vt:lpstr>
      <vt:lpstr>Arial</vt:lpstr>
      <vt:lpstr>Calibri</vt:lpstr>
      <vt:lpstr>Trade Gothic LT Pro</vt:lpstr>
      <vt:lpstr>Trebuchet MS</vt:lpstr>
      <vt:lpstr>Trebuchet MS (Headings)</vt:lpstr>
      <vt:lpstr>Office Theme</vt:lpstr>
      <vt:lpstr>Group Members :-                                          Mihir Hajare                   U23AI092                                          Meraj Alam                     U23AI094                                          Anshul Reddy Kotha   U23AI107</vt:lpstr>
      <vt:lpstr>Project Overview</vt:lpstr>
      <vt:lpstr>Aspects </vt:lpstr>
      <vt:lpstr>🧠 Main AI &amp; NLP Concepts Used</vt:lpstr>
      <vt:lpstr>Dataset Creation </vt:lpstr>
      <vt:lpstr>Flowchart</vt:lpstr>
      <vt:lpstr>Input Preprocessing </vt:lpstr>
      <vt:lpstr>Language Detection</vt:lpstr>
      <vt:lpstr>Feature Extraction &amp; Aspect Prediction</vt:lpstr>
      <vt:lpstr>Aspect Prediction Using SVM Classifier</vt:lpstr>
      <vt:lpstr>Output Generation: Storing Predictions</vt:lpstr>
      <vt:lpstr>Visual Representation of Testing Data </vt:lpstr>
      <vt:lpstr>High-Accuracy Performance on Multilingual Aspect Detection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Mihir Hajare</dc:creator>
  <cp:lastModifiedBy>Mihir Hajare</cp:lastModifiedBy>
  <cp:revision>7</cp:revision>
  <dcterms:created xsi:type="dcterms:W3CDTF">2025-04-29T15:01:55Z</dcterms:created>
  <dcterms:modified xsi:type="dcterms:W3CDTF">2025-05-11T19:21:03Z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